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Inter"/>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Inter-bold.fntdata"/><Relationship Id="rId27" Type="http://schemas.openxmlformats.org/officeDocument/2006/relationships/font" Target="fonts/Inter-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nter-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8dc4c7565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8dc4c7565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dc4c7565e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dc4c7565e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8dc4c7565e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8dc4c7565e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dc4c7565e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dc4c7565e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dc4c7565e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dc4c7565e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9b2091e89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9b2091e89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dc4c7565e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dc4c7565e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8dc4c7565e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8dc4c7565e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dc4c7565e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8dc4c7565e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8dc4c7565e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8dc4c7565e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dc4c7565e_0_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dc4c7565e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dc4c7565e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8dc4c7565e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dc4c7565e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dc4c7565e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dc4c7565e_0_5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dc4c7565e_0_5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8dc4c7565e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8dc4c7565e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dc4c7565e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8dc4c7565e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b2091e89c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b2091e89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8dc4c7565e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8dc4c7565e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8dc4c7565e_0_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8dc4c7565e_0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8dc4c7565e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8dc4c7565e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1.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55.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11.png"/><Relationship Id="rId7"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jp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0" Type="http://schemas.openxmlformats.org/officeDocument/2006/relationships/image" Target="../media/image39.png"/><Relationship Id="rId22" Type="http://schemas.openxmlformats.org/officeDocument/2006/relationships/image" Target="../media/image48.png"/><Relationship Id="rId21" Type="http://schemas.openxmlformats.org/officeDocument/2006/relationships/image" Target="../media/image45.png"/><Relationship Id="rId24" Type="http://schemas.openxmlformats.org/officeDocument/2006/relationships/image" Target="../media/image37.png"/><Relationship Id="rId23" Type="http://schemas.openxmlformats.org/officeDocument/2006/relationships/image" Target="../media/image29.png"/><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21.png"/><Relationship Id="rId26" Type="http://schemas.openxmlformats.org/officeDocument/2006/relationships/image" Target="../media/image50.png"/><Relationship Id="rId25" Type="http://schemas.openxmlformats.org/officeDocument/2006/relationships/image" Target="../media/image47.png"/><Relationship Id="rId28" Type="http://schemas.openxmlformats.org/officeDocument/2006/relationships/image" Target="../media/image43.png"/><Relationship Id="rId27" Type="http://schemas.openxmlformats.org/officeDocument/2006/relationships/image" Target="../media/image36.png"/><Relationship Id="rId5" Type="http://schemas.openxmlformats.org/officeDocument/2006/relationships/image" Target="../media/image18.png"/><Relationship Id="rId6" Type="http://schemas.openxmlformats.org/officeDocument/2006/relationships/image" Target="../media/image16.png"/><Relationship Id="rId29" Type="http://schemas.openxmlformats.org/officeDocument/2006/relationships/image" Target="../media/image40.png"/><Relationship Id="rId7" Type="http://schemas.openxmlformats.org/officeDocument/2006/relationships/image" Target="../media/image15.png"/><Relationship Id="rId8" Type="http://schemas.openxmlformats.org/officeDocument/2006/relationships/image" Target="../media/image13.png"/><Relationship Id="rId31" Type="http://schemas.openxmlformats.org/officeDocument/2006/relationships/image" Target="../media/image42.png"/><Relationship Id="rId30" Type="http://schemas.openxmlformats.org/officeDocument/2006/relationships/image" Target="../media/image49.png"/><Relationship Id="rId11" Type="http://schemas.openxmlformats.org/officeDocument/2006/relationships/image" Target="../media/image26.png"/><Relationship Id="rId33" Type="http://schemas.openxmlformats.org/officeDocument/2006/relationships/image" Target="../media/image51.png"/><Relationship Id="rId10" Type="http://schemas.openxmlformats.org/officeDocument/2006/relationships/image" Target="../media/image22.png"/><Relationship Id="rId32" Type="http://schemas.openxmlformats.org/officeDocument/2006/relationships/image" Target="../media/image35.png"/><Relationship Id="rId13" Type="http://schemas.openxmlformats.org/officeDocument/2006/relationships/image" Target="../media/image23.png"/><Relationship Id="rId35" Type="http://schemas.openxmlformats.org/officeDocument/2006/relationships/image" Target="../media/image46.png"/><Relationship Id="rId12" Type="http://schemas.openxmlformats.org/officeDocument/2006/relationships/image" Target="../media/image33.png"/><Relationship Id="rId34" Type="http://schemas.openxmlformats.org/officeDocument/2006/relationships/image" Target="../media/image44.png"/><Relationship Id="rId15" Type="http://schemas.openxmlformats.org/officeDocument/2006/relationships/image" Target="../media/image25.png"/><Relationship Id="rId37" Type="http://schemas.openxmlformats.org/officeDocument/2006/relationships/image" Target="../media/image52.png"/><Relationship Id="rId14" Type="http://schemas.openxmlformats.org/officeDocument/2006/relationships/image" Target="../media/image34.png"/><Relationship Id="rId36" Type="http://schemas.openxmlformats.org/officeDocument/2006/relationships/image" Target="../media/image41.png"/><Relationship Id="rId17" Type="http://schemas.openxmlformats.org/officeDocument/2006/relationships/image" Target="../media/image27.png"/><Relationship Id="rId39" Type="http://schemas.openxmlformats.org/officeDocument/2006/relationships/image" Target="../media/image53.png"/><Relationship Id="rId16" Type="http://schemas.openxmlformats.org/officeDocument/2006/relationships/image" Target="../media/image30.png"/><Relationship Id="rId38" Type="http://schemas.openxmlformats.org/officeDocument/2006/relationships/image" Target="../media/image54.png"/><Relationship Id="rId19" Type="http://schemas.openxmlformats.org/officeDocument/2006/relationships/image" Target="../media/image32.png"/><Relationship Id="rId18"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4.jp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people-planting-rice-farm.jpg"/>
          <p:cNvPicPr preferRelativeResize="0"/>
          <p:nvPr/>
        </p:nvPicPr>
        <p:blipFill rotWithShape="1">
          <a:blip r:embed="rId3">
            <a:alphaModFix/>
          </a:blip>
          <a:srcRect b="0" l="0" r="0" t="14980"/>
          <a:stretch/>
        </p:blipFill>
        <p:spPr>
          <a:xfrm>
            <a:off x="0" y="0"/>
            <a:ext cx="9143997" cy="5189399"/>
          </a:xfrm>
          <a:prstGeom prst="rect">
            <a:avLst/>
          </a:prstGeom>
          <a:noFill/>
          <a:ln>
            <a:noFill/>
          </a:ln>
        </p:spPr>
      </p:pic>
      <p:sp>
        <p:nvSpPr>
          <p:cNvPr id="55" name="Google Shape;55;p13"/>
          <p:cNvSpPr/>
          <p:nvPr/>
        </p:nvSpPr>
        <p:spPr>
          <a:xfrm>
            <a:off x="-13362" y="-1000"/>
            <a:ext cx="9170700" cy="5189400"/>
          </a:xfrm>
          <a:prstGeom prst="rect">
            <a:avLst/>
          </a:prstGeom>
          <a:gradFill>
            <a:gsLst>
              <a:gs pos="0">
                <a:srgbClr val="EEEEEE">
                  <a:alpha val="44313"/>
                </a:srgbClr>
              </a:gs>
              <a:gs pos="100000">
                <a:srgbClr val="F0B61A"/>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194350" y="46295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rgbClr val="058441"/>
                </a:solidFill>
                <a:latin typeface="Inter"/>
                <a:ea typeface="Inter"/>
                <a:cs typeface="Inter"/>
                <a:sym typeface="Inter"/>
              </a:rPr>
              <a:t>© 2025 LEADS AGRICULTURAL PRODUCTS INC.</a:t>
            </a:r>
            <a:endParaRPr b="1" sz="600">
              <a:solidFill>
                <a:srgbClr val="058441"/>
              </a:solidFill>
              <a:latin typeface="Inter"/>
              <a:ea typeface="Inter"/>
              <a:cs typeface="Inter"/>
              <a:sym typeface="Inter"/>
            </a:endParaRPr>
          </a:p>
          <a:p>
            <a:pPr indent="0" lvl="0" marL="0" rtl="0" algn="l">
              <a:spcBef>
                <a:spcPts val="0"/>
              </a:spcBef>
              <a:spcAft>
                <a:spcPts val="0"/>
              </a:spcAft>
              <a:buNone/>
            </a:pPr>
            <a:r>
              <a:rPr b="1" lang="en" sz="600">
                <a:solidFill>
                  <a:srgbClr val="058441"/>
                </a:solidFill>
                <a:latin typeface="Inter"/>
                <a:ea typeface="Inter"/>
                <a:cs typeface="Inter"/>
                <a:sym typeface="Inter"/>
              </a:rPr>
              <a:t>ALL RIGHTS RESERVED.</a:t>
            </a:r>
            <a:endParaRPr b="1" sz="600">
              <a:solidFill>
                <a:srgbClr val="058441"/>
              </a:solidFill>
              <a:latin typeface="Inter"/>
              <a:ea typeface="Inter"/>
              <a:cs typeface="Inter"/>
              <a:sym typeface="Inter"/>
            </a:endParaRPr>
          </a:p>
        </p:txBody>
      </p:sp>
      <p:sp>
        <p:nvSpPr>
          <p:cNvPr id="57" name="Google Shape;57;p13"/>
          <p:cNvSpPr txBox="1"/>
          <p:nvPr/>
        </p:nvSpPr>
        <p:spPr>
          <a:xfrm>
            <a:off x="2990288" y="4629575"/>
            <a:ext cx="212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rgbClr val="058441"/>
                </a:solidFill>
                <a:latin typeface="Inter"/>
                <a:ea typeface="Inter"/>
                <a:cs typeface="Inter"/>
                <a:sym typeface="Inter"/>
              </a:rPr>
              <a:t>Unit 204-205 Coral Center Building, Brgy. San Francisco, Southwoods City, Biñan, Laguna</a:t>
            </a:r>
            <a:endParaRPr b="1" sz="600">
              <a:solidFill>
                <a:srgbClr val="058441"/>
              </a:solidFill>
              <a:latin typeface="Inter"/>
              <a:ea typeface="Inter"/>
              <a:cs typeface="Inter"/>
              <a:sym typeface="Inter"/>
            </a:endParaRPr>
          </a:p>
        </p:txBody>
      </p:sp>
      <p:sp>
        <p:nvSpPr>
          <p:cNvPr id="58" name="Google Shape;58;p13"/>
          <p:cNvSpPr txBox="1"/>
          <p:nvPr/>
        </p:nvSpPr>
        <p:spPr>
          <a:xfrm>
            <a:off x="5958438" y="46295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rgbClr val="058441"/>
                </a:solidFill>
                <a:latin typeface="Inter"/>
                <a:ea typeface="Inter"/>
                <a:cs typeface="Inter"/>
                <a:sym typeface="Inter"/>
              </a:rPr>
              <a:t>CONTACT</a:t>
            </a:r>
            <a:endParaRPr b="1" sz="600">
              <a:solidFill>
                <a:srgbClr val="058441"/>
              </a:solidFill>
              <a:latin typeface="Inter"/>
              <a:ea typeface="Inter"/>
              <a:cs typeface="Inter"/>
              <a:sym typeface="Inter"/>
            </a:endParaRPr>
          </a:p>
          <a:p>
            <a:pPr indent="0" lvl="0" marL="0" rtl="0" algn="l">
              <a:spcBef>
                <a:spcPts val="0"/>
              </a:spcBef>
              <a:spcAft>
                <a:spcPts val="0"/>
              </a:spcAft>
              <a:buNone/>
            </a:pPr>
            <a:r>
              <a:rPr b="1" lang="en" sz="600">
                <a:solidFill>
                  <a:srgbClr val="058441"/>
                </a:solidFill>
                <a:latin typeface="Inter"/>
                <a:ea typeface="Inter"/>
                <a:cs typeface="Inter"/>
                <a:sym typeface="Inter"/>
              </a:rPr>
              <a:t>marketing@leadsagri.com</a:t>
            </a:r>
            <a:endParaRPr b="1" sz="600">
              <a:solidFill>
                <a:srgbClr val="058441"/>
              </a:solidFill>
              <a:latin typeface="Inter"/>
              <a:ea typeface="Inter"/>
              <a:cs typeface="Inter"/>
              <a:sym typeface="Inter"/>
            </a:endParaRPr>
          </a:p>
        </p:txBody>
      </p:sp>
      <p:sp>
        <p:nvSpPr>
          <p:cNvPr id="59" name="Google Shape;59;p13"/>
          <p:cNvSpPr txBox="1"/>
          <p:nvPr/>
        </p:nvSpPr>
        <p:spPr>
          <a:xfrm>
            <a:off x="7828638" y="4629575"/>
            <a:ext cx="1129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058441"/>
                </a:solidFill>
                <a:latin typeface="Inter"/>
                <a:ea typeface="Inter"/>
                <a:cs typeface="Inter"/>
                <a:sym typeface="Inter"/>
              </a:rPr>
              <a:t>INSTAGRAM</a:t>
            </a:r>
            <a:endParaRPr b="1" sz="600">
              <a:solidFill>
                <a:srgbClr val="058441"/>
              </a:solidFill>
              <a:latin typeface="Inter"/>
              <a:ea typeface="Inter"/>
              <a:cs typeface="Inter"/>
              <a:sym typeface="Inter"/>
            </a:endParaRPr>
          </a:p>
          <a:p>
            <a:pPr indent="0" lvl="0" marL="0" rtl="0" algn="r">
              <a:spcBef>
                <a:spcPts val="0"/>
              </a:spcBef>
              <a:spcAft>
                <a:spcPts val="0"/>
              </a:spcAft>
              <a:buNone/>
            </a:pPr>
            <a:r>
              <a:rPr b="1" lang="en" sz="600">
                <a:solidFill>
                  <a:srgbClr val="058441"/>
                </a:solidFill>
                <a:latin typeface="Inter"/>
                <a:ea typeface="Inter"/>
                <a:cs typeface="Inter"/>
                <a:sym typeface="Inter"/>
              </a:rPr>
              <a:t>@LEADSAGRI</a:t>
            </a:r>
            <a:endParaRPr b="1" sz="600">
              <a:solidFill>
                <a:srgbClr val="058441"/>
              </a:solidFill>
              <a:latin typeface="Inter"/>
              <a:ea typeface="Inter"/>
              <a:cs typeface="Inter"/>
              <a:sym typeface="Inter"/>
            </a:endParaRPr>
          </a:p>
        </p:txBody>
      </p:sp>
      <p:sp>
        <p:nvSpPr>
          <p:cNvPr id="60" name="Google Shape;60;p13"/>
          <p:cNvSpPr txBox="1"/>
          <p:nvPr/>
        </p:nvSpPr>
        <p:spPr>
          <a:xfrm>
            <a:off x="273750" y="4149575"/>
            <a:ext cx="8596500" cy="369300"/>
          </a:xfrm>
          <a:prstGeom prst="rect">
            <a:avLst/>
          </a:prstGeom>
          <a:noFill/>
          <a:ln cap="flat" cmpd="sng" w="9525">
            <a:solidFill>
              <a:srgbClr val="05844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rgbClr val="058441"/>
                </a:solidFill>
                <a:latin typeface="Inter"/>
                <a:ea typeface="Inter"/>
                <a:cs typeface="Inter"/>
                <a:sym typeface="Inter"/>
              </a:rPr>
              <a:t>Confidentiality Notice: </a:t>
            </a:r>
            <a:r>
              <a:rPr lang="en" sz="600">
                <a:solidFill>
                  <a:srgbClr val="058441"/>
                </a:solidFill>
                <a:latin typeface="Inter"/>
                <a:ea typeface="Inter"/>
                <a:cs typeface="Inter"/>
                <a:sym typeface="Inter"/>
              </a:rPr>
              <a:t>The contents of this presentation are confidential and intended solely for the purpose of the intended recipient. This deck contains proprietary information that must not be shared, distributed, or reproduced without the explicit permission of Leads Agri. Unauthorized disclosure, copying, or use of this information is strictly prohibited. By viewing this deck, you agree to maintain its confidentiality and use it only for its intended purpose.</a:t>
            </a:r>
            <a:endParaRPr sz="900">
              <a:solidFill>
                <a:srgbClr val="058441"/>
              </a:solidFill>
              <a:latin typeface="Inter"/>
              <a:ea typeface="Inter"/>
              <a:cs typeface="Inter"/>
              <a:sym typeface="Inter"/>
            </a:endParaRPr>
          </a:p>
        </p:txBody>
      </p:sp>
      <p:pic>
        <p:nvPicPr>
          <p:cNvPr id="61" name="Google Shape;61;p13" title="LEADS Agri Logo - With Tagline copy.png"/>
          <p:cNvPicPr preferRelativeResize="0"/>
          <p:nvPr/>
        </p:nvPicPr>
        <p:blipFill>
          <a:blip r:embed="rId4">
            <a:alphaModFix/>
          </a:blip>
          <a:stretch>
            <a:fillRect/>
          </a:stretch>
        </p:blipFill>
        <p:spPr>
          <a:xfrm>
            <a:off x="2027925" y="1751475"/>
            <a:ext cx="5088123" cy="143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4" title="asian-farmers-grow-rice-rainy-season.jpg"/>
          <p:cNvPicPr preferRelativeResize="0"/>
          <p:nvPr/>
        </p:nvPicPr>
        <p:blipFill rotWithShape="1">
          <a:blip r:embed="rId3">
            <a:alphaModFix/>
          </a:blip>
          <a:srcRect b="151" l="0" r="0" t="15452"/>
          <a:stretch/>
        </p:blipFill>
        <p:spPr>
          <a:xfrm>
            <a:off x="0" y="0"/>
            <a:ext cx="9144003" cy="5143501"/>
          </a:xfrm>
          <a:prstGeom prst="rect">
            <a:avLst/>
          </a:prstGeom>
          <a:noFill/>
          <a:ln>
            <a:noFill/>
          </a:ln>
        </p:spPr>
      </p:pic>
      <p:sp>
        <p:nvSpPr>
          <p:cNvPr id="67" name="Google Shape;67;p14"/>
          <p:cNvSpPr/>
          <p:nvPr/>
        </p:nvSpPr>
        <p:spPr>
          <a:xfrm>
            <a:off x="-13350" y="-1000"/>
            <a:ext cx="9170700" cy="5189400"/>
          </a:xfrm>
          <a:prstGeom prst="rect">
            <a:avLst/>
          </a:prstGeom>
          <a:gradFill>
            <a:gsLst>
              <a:gs pos="0">
                <a:srgbClr val="EEEEEE">
                  <a:alpha val="44313"/>
                </a:srgbClr>
              </a:gs>
              <a:gs pos="100000">
                <a:srgbClr val="03854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nvSpPr>
        <p:spPr>
          <a:xfrm>
            <a:off x="273750" y="3622925"/>
            <a:ext cx="8596500" cy="9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5000">
                <a:solidFill>
                  <a:schemeClr val="lt1"/>
                </a:solidFill>
                <a:latin typeface="Inter"/>
                <a:ea typeface="Inter"/>
                <a:cs typeface="Inter"/>
                <a:sym typeface="Inter"/>
              </a:rPr>
              <a:t>2026 Template Deck</a:t>
            </a:r>
            <a:endParaRPr b="1" sz="5000">
              <a:solidFill>
                <a:schemeClr val="lt1"/>
              </a:solidFill>
              <a:latin typeface="Inter"/>
              <a:ea typeface="Inter"/>
              <a:cs typeface="Inter"/>
              <a:sym typeface="Inter"/>
            </a:endParaRPr>
          </a:p>
        </p:txBody>
      </p:sp>
      <p:sp>
        <p:nvSpPr>
          <p:cNvPr id="69" name="Google Shape;69;p14"/>
          <p:cNvSpPr txBox="1"/>
          <p:nvPr/>
        </p:nvSpPr>
        <p:spPr>
          <a:xfrm>
            <a:off x="273750" y="4481925"/>
            <a:ext cx="8596500" cy="39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2500">
                <a:solidFill>
                  <a:schemeClr val="lt1"/>
                </a:solidFill>
                <a:latin typeface="Inter"/>
                <a:ea typeface="Inter"/>
                <a:cs typeface="Inter"/>
                <a:sym typeface="Inter"/>
              </a:rPr>
              <a:t>Subtitle Text Insert Here</a:t>
            </a:r>
            <a:endParaRPr i="1" sz="2500">
              <a:solidFill>
                <a:schemeClr val="lt1"/>
              </a:solidFill>
              <a:latin typeface="Inter"/>
              <a:ea typeface="Inter"/>
              <a:cs typeface="Inter"/>
              <a:sym typeface="Inter"/>
            </a:endParaRPr>
          </a:p>
        </p:txBody>
      </p:sp>
      <p:pic>
        <p:nvPicPr>
          <p:cNvPr id="70" name="Google Shape;70;p14" title="LEADS Agri Logo - With Tagline - WHITE.png"/>
          <p:cNvPicPr preferRelativeResize="0"/>
          <p:nvPr/>
        </p:nvPicPr>
        <p:blipFill>
          <a:blip r:embed="rId4">
            <a:alphaModFix/>
          </a:blip>
          <a:stretch>
            <a:fillRect/>
          </a:stretch>
        </p:blipFill>
        <p:spPr>
          <a:xfrm>
            <a:off x="360575" y="391801"/>
            <a:ext cx="1666724" cy="4695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5" title="scenic-view-worker-rice-field.jpg"/>
          <p:cNvPicPr preferRelativeResize="0"/>
          <p:nvPr/>
        </p:nvPicPr>
        <p:blipFill rotWithShape="1">
          <a:blip r:embed="rId3">
            <a:alphaModFix/>
          </a:blip>
          <a:srcRect b="14973" l="0" r="0" t="0"/>
          <a:stretch/>
        </p:blipFill>
        <p:spPr>
          <a:xfrm>
            <a:off x="0" y="0"/>
            <a:ext cx="9144003" cy="5189399"/>
          </a:xfrm>
          <a:prstGeom prst="rect">
            <a:avLst/>
          </a:prstGeom>
          <a:noFill/>
          <a:ln>
            <a:noFill/>
          </a:ln>
        </p:spPr>
      </p:pic>
      <p:sp>
        <p:nvSpPr>
          <p:cNvPr id="76" name="Google Shape;76;p15"/>
          <p:cNvSpPr/>
          <p:nvPr/>
        </p:nvSpPr>
        <p:spPr>
          <a:xfrm>
            <a:off x="-10948" y="0"/>
            <a:ext cx="9170700" cy="5189400"/>
          </a:xfrm>
          <a:prstGeom prst="rect">
            <a:avLst/>
          </a:prstGeom>
          <a:gradFill>
            <a:gsLst>
              <a:gs pos="0">
                <a:srgbClr val="EEEEEE">
                  <a:alpha val="44313"/>
                </a:srgbClr>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txBox="1"/>
          <p:nvPr/>
        </p:nvSpPr>
        <p:spPr>
          <a:xfrm>
            <a:off x="273750" y="3600775"/>
            <a:ext cx="8596500" cy="9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5000">
                <a:solidFill>
                  <a:schemeClr val="lt1"/>
                </a:solidFill>
                <a:latin typeface="Inter"/>
                <a:ea typeface="Inter"/>
                <a:cs typeface="Inter"/>
                <a:sym typeface="Inter"/>
              </a:rPr>
              <a:t>Charts and Tables</a:t>
            </a:r>
            <a:endParaRPr b="1" sz="5000">
              <a:solidFill>
                <a:schemeClr val="lt1"/>
              </a:solidFill>
              <a:latin typeface="Inter"/>
              <a:ea typeface="Inter"/>
              <a:cs typeface="Inter"/>
              <a:sym typeface="Inter"/>
            </a:endParaRPr>
          </a:p>
        </p:txBody>
      </p:sp>
      <p:sp>
        <p:nvSpPr>
          <p:cNvPr id="78" name="Google Shape;78;p15"/>
          <p:cNvSpPr txBox="1"/>
          <p:nvPr/>
        </p:nvSpPr>
        <p:spPr>
          <a:xfrm>
            <a:off x="273750" y="4481925"/>
            <a:ext cx="8596500" cy="39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2500">
                <a:solidFill>
                  <a:schemeClr val="lt1"/>
                </a:solidFill>
                <a:latin typeface="Inter"/>
                <a:ea typeface="Inter"/>
                <a:cs typeface="Inter"/>
                <a:sym typeface="Inter"/>
              </a:rPr>
              <a:t>Subtitle Text Insert Here</a:t>
            </a:r>
            <a:endParaRPr i="1" sz="2500">
              <a:solidFill>
                <a:schemeClr val="lt1"/>
              </a:solidFill>
              <a:latin typeface="Inter"/>
              <a:ea typeface="Inter"/>
              <a:cs typeface="Inter"/>
              <a:sym typeface="Inter"/>
            </a:endParaRPr>
          </a:p>
        </p:txBody>
      </p:sp>
      <p:pic>
        <p:nvPicPr>
          <p:cNvPr id="79" name="Google Shape;79;p15" title="LEADS Agri Logo - With Tagline - WHITE.png"/>
          <p:cNvPicPr preferRelativeResize="0"/>
          <p:nvPr/>
        </p:nvPicPr>
        <p:blipFill>
          <a:blip r:embed="rId4">
            <a:alphaModFix/>
          </a:blip>
          <a:stretch>
            <a:fillRect/>
          </a:stretch>
        </p:blipFill>
        <p:spPr>
          <a:xfrm>
            <a:off x="360575" y="391801"/>
            <a:ext cx="1666724" cy="4695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p:nvPr/>
        </p:nvSpPr>
        <p:spPr>
          <a:xfrm>
            <a:off x="1175" y="-1150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6"/>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86" name="Google Shape;86;p16"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cxnSp>
        <p:nvCxnSpPr>
          <p:cNvPr id="87" name="Google Shape;87;p16"/>
          <p:cNvCxnSpPr/>
          <p:nvPr/>
        </p:nvCxnSpPr>
        <p:spPr>
          <a:xfrm>
            <a:off x="3931300" y="2676750"/>
            <a:ext cx="4832100" cy="0"/>
          </a:xfrm>
          <a:prstGeom prst="straightConnector1">
            <a:avLst/>
          </a:prstGeom>
          <a:noFill/>
          <a:ln cap="flat" cmpd="sng" w="9525">
            <a:solidFill>
              <a:srgbClr val="058441"/>
            </a:solidFill>
            <a:prstDash val="solid"/>
            <a:round/>
            <a:headEnd len="med" w="med" type="none"/>
            <a:tailEnd len="med" w="med" type="none"/>
          </a:ln>
        </p:spPr>
      </p:cxnSp>
      <p:cxnSp>
        <p:nvCxnSpPr>
          <p:cNvPr id="88" name="Google Shape;88;p16"/>
          <p:cNvCxnSpPr/>
          <p:nvPr/>
        </p:nvCxnSpPr>
        <p:spPr>
          <a:xfrm>
            <a:off x="3931300" y="3224150"/>
            <a:ext cx="4832100" cy="0"/>
          </a:xfrm>
          <a:prstGeom prst="straightConnector1">
            <a:avLst/>
          </a:prstGeom>
          <a:noFill/>
          <a:ln cap="flat" cmpd="sng" w="9525">
            <a:solidFill>
              <a:srgbClr val="058441"/>
            </a:solidFill>
            <a:prstDash val="solid"/>
            <a:round/>
            <a:headEnd len="med" w="med" type="none"/>
            <a:tailEnd len="med" w="med" type="none"/>
          </a:ln>
        </p:spPr>
      </p:cxnSp>
      <p:cxnSp>
        <p:nvCxnSpPr>
          <p:cNvPr id="89" name="Google Shape;89;p16"/>
          <p:cNvCxnSpPr/>
          <p:nvPr/>
        </p:nvCxnSpPr>
        <p:spPr>
          <a:xfrm>
            <a:off x="3931300" y="3771550"/>
            <a:ext cx="4832100" cy="0"/>
          </a:xfrm>
          <a:prstGeom prst="straightConnector1">
            <a:avLst/>
          </a:prstGeom>
          <a:noFill/>
          <a:ln cap="flat" cmpd="sng" w="9525">
            <a:solidFill>
              <a:srgbClr val="058441"/>
            </a:solidFill>
            <a:prstDash val="solid"/>
            <a:round/>
            <a:headEnd len="med" w="med" type="none"/>
            <a:tailEnd len="med" w="med" type="none"/>
          </a:ln>
        </p:spPr>
      </p:cxnSp>
      <p:sp>
        <p:nvSpPr>
          <p:cNvPr id="90" name="Google Shape;90;p16"/>
          <p:cNvSpPr txBox="1"/>
          <p:nvPr/>
        </p:nvSpPr>
        <p:spPr>
          <a:xfrm>
            <a:off x="3931300" y="2202375"/>
            <a:ext cx="45090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58441"/>
                </a:solidFill>
              </a:rPr>
              <a:t>Content 1 Lorem Ipsum</a:t>
            </a:r>
            <a:endParaRPr sz="2500">
              <a:solidFill>
                <a:srgbClr val="058441"/>
              </a:solidFill>
            </a:endParaRPr>
          </a:p>
        </p:txBody>
      </p:sp>
      <p:sp>
        <p:nvSpPr>
          <p:cNvPr id="91" name="Google Shape;91;p16"/>
          <p:cNvSpPr txBox="1"/>
          <p:nvPr/>
        </p:nvSpPr>
        <p:spPr>
          <a:xfrm>
            <a:off x="3931300" y="2756771"/>
            <a:ext cx="45090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58441"/>
                </a:solidFill>
              </a:rPr>
              <a:t>Content 1 Lorem Ipsum</a:t>
            </a:r>
            <a:endParaRPr sz="2500">
              <a:solidFill>
                <a:srgbClr val="058441"/>
              </a:solidFill>
            </a:endParaRPr>
          </a:p>
        </p:txBody>
      </p:sp>
      <p:sp>
        <p:nvSpPr>
          <p:cNvPr id="92" name="Google Shape;92;p16"/>
          <p:cNvSpPr txBox="1"/>
          <p:nvPr/>
        </p:nvSpPr>
        <p:spPr>
          <a:xfrm>
            <a:off x="3931300" y="3311167"/>
            <a:ext cx="45090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58441"/>
                </a:solidFill>
              </a:rPr>
              <a:t>Content 1 Lorem Ipsum</a:t>
            </a:r>
            <a:endParaRPr sz="2500">
              <a:solidFill>
                <a:srgbClr val="058441"/>
              </a:solidFill>
            </a:endParaRPr>
          </a:p>
        </p:txBody>
      </p:sp>
      <p:sp>
        <p:nvSpPr>
          <p:cNvPr id="93" name="Google Shape;93;p16"/>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cxnSp>
        <p:nvCxnSpPr>
          <p:cNvPr id="94" name="Google Shape;94;p16"/>
          <p:cNvCxnSpPr/>
          <p:nvPr/>
        </p:nvCxnSpPr>
        <p:spPr>
          <a:xfrm>
            <a:off x="3931300" y="4365025"/>
            <a:ext cx="4832100" cy="0"/>
          </a:xfrm>
          <a:prstGeom prst="straightConnector1">
            <a:avLst/>
          </a:prstGeom>
          <a:noFill/>
          <a:ln cap="flat" cmpd="sng" w="9525">
            <a:solidFill>
              <a:srgbClr val="058441"/>
            </a:solidFill>
            <a:prstDash val="solid"/>
            <a:round/>
            <a:headEnd len="med" w="med" type="none"/>
            <a:tailEnd len="med" w="med" type="none"/>
          </a:ln>
        </p:spPr>
      </p:cxnSp>
      <p:sp>
        <p:nvSpPr>
          <p:cNvPr id="95" name="Google Shape;95;p16"/>
          <p:cNvSpPr txBox="1"/>
          <p:nvPr/>
        </p:nvSpPr>
        <p:spPr>
          <a:xfrm>
            <a:off x="3931300" y="3892881"/>
            <a:ext cx="4509000" cy="2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rgbClr val="058441"/>
                </a:solidFill>
              </a:rPr>
              <a:t>Content 1 Lorem Ipsum</a:t>
            </a:r>
            <a:endParaRPr sz="2500">
              <a:solidFill>
                <a:srgbClr val="058441"/>
              </a:solidFill>
            </a:endParaRPr>
          </a:p>
        </p:txBody>
      </p:sp>
      <p:sp>
        <p:nvSpPr>
          <p:cNvPr id="96" name="Google Shape;96;p16"/>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97" name="Google Shape;97;p16"/>
          <p:cNvSpPr txBox="1"/>
          <p:nvPr/>
        </p:nvSpPr>
        <p:spPr>
          <a:xfrm>
            <a:off x="375200" y="2324000"/>
            <a:ext cx="2538000" cy="19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38541"/>
                </a:solidFill>
              </a:rPr>
              <a:t>Lorem ipsum dolor sit amet, consectetur adipiscing elit. Pellentesque ex ligula, laoreet sit amet sem eget, faucibus pulvinar ipsum. Mauris at justo et diam egestas gravida.</a:t>
            </a:r>
            <a:endParaRPr sz="1600">
              <a:solidFill>
                <a:srgbClr val="03854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104" name="Google Shape;104;p17"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105" name="Google Shape;105;p17"/>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106" name="Google Shape;106;p17"/>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107" name="Google Shape;107;p17"/>
          <p:cNvSpPr txBox="1"/>
          <p:nvPr/>
        </p:nvSpPr>
        <p:spPr>
          <a:xfrm>
            <a:off x="331400" y="910100"/>
            <a:ext cx="5555700" cy="1896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5000">
                <a:solidFill>
                  <a:srgbClr val="058441"/>
                </a:solidFill>
                <a:latin typeface="Inter"/>
                <a:ea typeface="Inter"/>
                <a:cs typeface="Inter"/>
                <a:sym typeface="Inter"/>
              </a:rPr>
              <a:t>Insert Segment Title Here</a:t>
            </a:r>
            <a:endParaRPr b="1" sz="5000">
              <a:solidFill>
                <a:srgbClr val="058441"/>
              </a:solidFill>
              <a:latin typeface="Inter"/>
              <a:ea typeface="Inter"/>
              <a:cs typeface="Inter"/>
              <a:sym typeface="Inter"/>
            </a:endParaRPr>
          </a:p>
        </p:txBody>
      </p:sp>
      <p:sp>
        <p:nvSpPr>
          <p:cNvPr id="108" name="Google Shape;108;p17"/>
          <p:cNvSpPr txBox="1"/>
          <p:nvPr/>
        </p:nvSpPr>
        <p:spPr>
          <a:xfrm>
            <a:off x="331400" y="2956800"/>
            <a:ext cx="15237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rgbClr val="F0B61A"/>
                </a:solidFill>
                <a:latin typeface="Inter"/>
                <a:ea typeface="Inter"/>
                <a:cs typeface="Inter"/>
                <a:sym typeface="Inter"/>
              </a:rPr>
              <a:t>+00</a:t>
            </a:r>
            <a:endParaRPr b="1" sz="3900">
              <a:solidFill>
                <a:srgbClr val="F0B61A"/>
              </a:solidFill>
              <a:latin typeface="Inter"/>
              <a:ea typeface="Inter"/>
              <a:cs typeface="Inter"/>
              <a:sym typeface="Inter"/>
            </a:endParaRPr>
          </a:p>
        </p:txBody>
      </p:sp>
      <p:sp>
        <p:nvSpPr>
          <p:cNvPr id="109" name="Google Shape;109;p17"/>
          <p:cNvSpPr txBox="1"/>
          <p:nvPr/>
        </p:nvSpPr>
        <p:spPr>
          <a:xfrm>
            <a:off x="375200" y="3629100"/>
            <a:ext cx="22026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110" name="Google Shape;110;p17"/>
          <p:cNvSpPr txBox="1"/>
          <p:nvPr/>
        </p:nvSpPr>
        <p:spPr>
          <a:xfrm>
            <a:off x="2936163" y="2956800"/>
            <a:ext cx="15237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rgbClr val="F0B61A"/>
                </a:solidFill>
                <a:latin typeface="Inter"/>
                <a:ea typeface="Inter"/>
                <a:cs typeface="Inter"/>
                <a:sym typeface="Inter"/>
              </a:rPr>
              <a:t>+00</a:t>
            </a:r>
            <a:endParaRPr b="1" sz="3900">
              <a:solidFill>
                <a:srgbClr val="F0B61A"/>
              </a:solidFill>
              <a:latin typeface="Inter"/>
              <a:ea typeface="Inter"/>
              <a:cs typeface="Inter"/>
              <a:sym typeface="Inter"/>
            </a:endParaRPr>
          </a:p>
        </p:txBody>
      </p:sp>
      <p:sp>
        <p:nvSpPr>
          <p:cNvPr id="111" name="Google Shape;111;p17"/>
          <p:cNvSpPr txBox="1"/>
          <p:nvPr/>
        </p:nvSpPr>
        <p:spPr>
          <a:xfrm>
            <a:off x="2973113" y="3629100"/>
            <a:ext cx="22026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cxnSp>
        <p:nvCxnSpPr>
          <p:cNvPr id="112" name="Google Shape;112;p17"/>
          <p:cNvCxnSpPr/>
          <p:nvPr/>
        </p:nvCxnSpPr>
        <p:spPr>
          <a:xfrm>
            <a:off x="2753688" y="3141300"/>
            <a:ext cx="0" cy="1247700"/>
          </a:xfrm>
          <a:prstGeom prst="straightConnector1">
            <a:avLst/>
          </a:prstGeom>
          <a:noFill/>
          <a:ln cap="flat" cmpd="sng" w="9525">
            <a:solidFill>
              <a:srgbClr val="038541"/>
            </a:solidFill>
            <a:prstDash val="solid"/>
            <a:round/>
            <a:headEnd len="med" w="med" type="none"/>
            <a:tailEnd len="med" w="med" type="none"/>
          </a:ln>
        </p:spPr>
      </p:cxnSp>
      <p:cxnSp>
        <p:nvCxnSpPr>
          <p:cNvPr id="113" name="Google Shape;113;p17"/>
          <p:cNvCxnSpPr/>
          <p:nvPr/>
        </p:nvCxnSpPr>
        <p:spPr>
          <a:xfrm>
            <a:off x="5351600" y="3141300"/>
            <a:ext cx="0" cy="1247700"/>
          </a:xfrm>
          <a:prstGeom prst="straightConnector1">
            <a:avLst/>
          </a:prstGeom>
          <a:noFill/>
          <a:ln cap="flat" cmpd="sng" w="9525">
            <a:solidFill>
              <a:srgbClr val="038541"/>
            </a:solidFill>
            <a:prstDash val="solid"/>
            <a:round/>
            <a:headEnd len="med" w="med" type="none"/>
            <a:tailEnd len="med" w="med" type="none"/>
          </a:ln>
        </p:spPr>
      </p:cxnSp>
      <p:sp>
        <p:nvSpPr>
          <p:cNvPr id="114" name="Google Shape;114;p17"/>
          <p:cNvSpPr txBox="1"/>
          <p:nvPr/>
        </p:nvSpPr>
        <p:spPr>
          <a:xfrm>
            <a:off x="5527475" y="2973300"/>
            <a:ext cx="15237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900">
                <a:solidFill>
                  <a:srgbClr val="F0B61A"/>
                </a:solidFill>
                <a:latin typeface="Inter"/>
                <a:ea typeface="Inter"/>
                <a:cs typeface="Inter"/>
                <a:sym typeface="Inter"/>
              </a:rPr>
              <a:t>+00</a:t>
            </a:r>
            <a:endParaRPr b="1" sz="3900">
              <a:solidFill>
                <a:srgbClr val="F0B61A"/>
              </a:solidFill>
              <a:latin typeface="Inter"/>
              <a:ea typeface="Inter"/>
              <a:cs typeface="Inter"/>
              <a:sym typeface="Inter"/>
            </a:endParaRPr>
          </a:p>
        </p:txBody>
      </p:sp>
      <p:sp>
        <p:nvSpPr>
          <p:cNvPr id="115" name="Google Shape;115;p17"/>
          <p:cNvSpPr txBox="1"/>
          <p:nvPr/>
        </p:nvSpPr>
        <p:spPr>
          <a:xfrm>
            <a:off x="5571275" y="3629100"/>
            <a:ext cx="2202600" cy="67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8"/>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122" name="Google Shape;122;p18"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123" name="Google Shape;123;p18"/>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124" name="Google Shape;124;p18"/>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125" name="Google Shape;125;p18"/>
          <p:cNvSpPr txBox="1"/>
          <p:nvPr/>
        </p:nvSpPr>
        <p:spPr>
          <a:xfrm>
            <a:off x="744975" y="1602775"/>
            <a:ext cx="638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Date</a:t>
            </a:r>
            <a:endParaRPr sz="1600">
              <a:solidFill>
                <a:srgbClr val="058441"/>
              </a:solidFill>
            </a:endParaRPr>
          </a:p>
        </p:txBody>
      </p:sp>
      <p:sp>
        <p:nvSpPr>
          <p:cNvPr id="126" name="Google Shape;126;p18"/>
          <p:cNvSpPr txBox="1"/>
          <p:nvPr/>
        </p:nvSpPr>
        <p:spPr>
          <a:xfrm>
            <a:off x="2410200" y="1602775"/>
            <a:ext cx="638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Date</a:t>
            </a:r>
            <a:endParaRPr sz="1600">
              <a:solidFill>
                <a:srgbClr val="058441"/>
              </a:solidFill>
            </a:endParaRPr>
          </a:p>
        </p:txBody>
      </p:sp>
      <p:sp>
        <p:nvSpPr>
          <p:cNvPr id="127" name="Google Shape;127;p18"/>
          <p:cNvSpPr txBox="1"/>
          <p:nvPr/>
        </p:nvSpPr>
        <p:spPr>
          <a:xfrm>
            <a:off x="4303075" y="1602775"/>
            <a:ext cx="638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Date</a:t>
            </a:r>
            <a:endParaRPr sz="1600">
              <a:solidFill>
                <a:srgbClr val="058441"/>
              </a:solidFill>
            </a:endParaRPr>
          </a:p>
        </p:txBody>
      </p:sp>
      <p:sp>
        <p:nvSpPr>
          <p:cNvPr id="128" name="Google Shape;128;p18"/>
          <p:cNvSpPr txBox="1"/>
          <p:nvPr/>
        </p:nvSpPr>
        <p:spPr>
          <a:xfrm>
            <a:off x="6261250" y="1602775"/>
            <a:ext cx="6387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Date</a:t>
            </a:r>
            <a:endParaRPr sz="1600">
              <a:solidFill>
                <a:srgbClr val="058441"/>
              </a:solidFill>
            </a:endParaRPr>
          </a:p>
        </p:txBody>
      </p:sp>
      <p:cxnSp>
        <p:nvCxnSpPr>
          <p:cNvPr id="129" name="Google Shape;129;p18"/>
          <p:cNvCxnSpPr/>
          <p:nvPr/>
        </p:nvCxnSpPr>
        <p:spPr>
          <a:xfrm>
            <a:off x="2271750" y="1695375"/>
            <a:ext cx="0" cy="2649300"/>
          </a:xfrm>
          <a:prstGeom prst="straightConnector1">
            <a:avLst/>
          </a:prstGeom>
          <a:noFill/>
          <a:ln cap="flat" cmpd="sng" w="9525">
            <a:solidFill>
              <a:srgbClr val="058441"/>
            </a:solidFill>
            <a:prstDash val="dot"/>
            <a:round/>
            <a:headEnd len="med" w="med" type="none"/>
            <a:tailEnd len="med" w="med" type="none"/>
          </a:ln>
        </p:spPr>
      </p:cxnSp>
      <p:cxnSp>
        <p:nvCxnSpPr>
          <p:cNvPr id="130" name="Google Shape;130;p18"/>
          <p:cNvCxnSpPr/>
          <p:nvPr/>
        </p:nvCxnSpPr>
        <p:spPr>
          <a:xfrm>
            <a:off x="4224623" y="1695375"/>
            <a:ext cx="0" cy="2649300"/>
          </a:xfrm>
          <a:prstGeom prst="straightConnector1">
            <a:avLst/>
          </a:prstGeom>
          <a:noFill/>
          <a:ln cap="flat" cmpd="sng" w="9525">
            <a:solidFill>
              <a:srgbClr val="058441"/>
            </a:solidFill>
            <a:prstDash val="dot"/>
            <a:round/>
            <a:headEnd len="med" w="med" type="none"/>
            <a:tailEnd len="med" w="med" type="none"/>
          </a:ln>
        </p:spPr>
      </p:cxnSp>
      <p:cxnSp>
        <p:nvCxnSpPr>
          <p:cNvPr id="131" name="Google Shape;131;p18"/>
          <p:cNvCxnSpPr/>
          <p:nvPr/>
        </p:nvCxnSpPr>
        <p:spPr>
          <a:xfrm>
            <a:off x="6195952" y="1695375"/>
            <a:ext cx="0" cy="2649300"/>
          </a:xfrm>
          <a:prstGeom prst="straightConnector1">
            <a:avLst/>
          </a:prstGeom>
          <a:noFill/>
          <a:ln cap="flat" cmpd="sng" w="9525">
            <a:solidFill>
              <a:srgbClr val="058441"/>
            </a:solidFill>
            <a:prstDash val="dot"/>
            <a:round/>
            <a:headEnd len="med" w="med" type="none"/>
            <a:tailEnd len="med" w="med" type="none"/>
          </a:ln>
        </p:spPr>
      </p:cxnSp>
      <p:sp>
        <p:nvSpPr>
          <p:cNvPr id="132" name="Google Shape;132;p18"/>
          <p:cNvSpPr/>
          <p:nvPr/>
        </p:nvSpPr>
        <p:spPr>
          <a:xfrm>
            <a:off x="834300" y="2098800"/>
            <a:ext cx="3113700" cy="282600"/>
          </a:xfrm>
          <a:prstGeom prst="roundRect">
            <a:avLst>
              <a:gd fmla="val 50000" name="adj"/>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58441"/>
                </a:solidFill>
                <a:latin typeface="Inter"/>
                <a:ea typeface="Inter"/>
                <a:cs typeface="Inter"/>
                <a:sym typeface="Inter"/>
              </a:rPr>
              <a:t>Insert your desired text here</a:t>
            </a:r>
            <a:endParaRPr sz="1600">
              <a:solidFill>
                <a:srgbClr val="058441"/>
              </a:solidFill>
              <a:latin typeface="Inter"/>
              <a:ea typeface="Inter"/>
              <a:cs typeface="Inter"/>
              <a:sym typeface="Inter"/>
            </a:endParaRPr>
          </a:p>
        </p:txBody>
      </p:sp>
      <p:sp>
        <p:nvSpPr>
          <p:cNvPr id="133" name="Google Shape;133;p18"/>
          <p:cNvSpPr/>
          <p:nvPr/>
        </p:nvSpPr>
        <p:spPr>
          <a:xfrm>
            <a:off x="2282950" y="2726050"/>
            <a:ext cx="3193500" cy="282600"/>
          </a:xfrm>
          <a:prstGeom prst="roundRect">
            <a:avLst>
              <a:gd fmla="val 50000" name="adj"/>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58441"/>
                </a:solidFill>
                <a:latin typeface="Inter"/>
                <a:ea typeface="Inter"/>
                <a:cs typeface="Inter"/>
                <a:sym typeface="Inter"/>
              </a:rPr>
              <a:t>Insert your desired text here</a:t>
            </a:r>
            <a:endParaRPr sz="1600">
              <a:solidFill>
                <a:srgbClr val="058441"/>
              </a:solidFill>
              <a:latin typeface="Inter"/>
              <a:ea typeface="Inter"/>
              <a:cs typeface="Inter"/>
              <a:sym typeface="Inter"/>
            </a:endParaRPr>
          </a:p>
        </p:txBody>
      </p:sp>
      <p:sp>
        <p:nvSpPr>
          <p:cNvPr id="134" name="Google Shape;134;p18"/>
          <p:cNvSpPr/>
          <p:nvPr/>
        </p:nvSpPr>
        <p:spPr>
          <a:xfrm>
            <a:off x="4235825" y="3347425"/>
            <a:ext cx="3597600" cy="282600"/>
          </a:xfrm>
          <a:prstGeom prst="roundRect">
            <a:avLst>
              <a:gd fmla="val 50000" name="adj"/>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58441"/>
                </a:solidFill>
                <a:latin typeface="Inter"/>
                <a:ea typeface="Inter"/>
                <a:cs typeface="Inter"/>
                <a:sym typeface="Inter"/>
              </a:rPr>
              <a:t>Insert your desired text here</a:t>
            </a:r>
            <a:endParaRPr sz="1600">
              <a:solidFill>
                <a:srgbClr val="058441"/>
              </a:solidFill>
              <a:latin typeface="Inter"/>
              <a:ea typeface="Inter"/>
              <a:cs typeface="Inter"/>
              <a:sym typeface="Inter"/>
            </a:endParaRPr>
          </a:p>
        </p:txBody>
      </p:sp>
      <p:sp>
        <p:nvSpPr>
          <p:cNvPr id="135" name="Google Shape;135;p18"/>
          <p:cNvSpPr/>
          <p:nvPr/>
        </p:nvSpPr>
        <p:spPr>
          <a:xfrm>
            <a:off x="5016325" y="3981700"/>
            <a:ext cx="3427800" cy="282600"/>
          </a:xfrm>
          <a:prstGeom prst="roundRect">
            <a:avLst>
              <a:gd fmla="val 50000" name="adj"/>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58441"/>
                </a:solidFill>
                <a:latin typeface="Inter"/>
                <a:ea typeface="Inter"/>
                <a:cs typeface="Inter"/>
                <a:sym typeface="Inter"/>
              </a:rPr>
              <a:t>Insert your desired text here</a:t>
            </a:r>
            <a:endParaRPr sz="1600">
              <a:solidFill>
                <a:srgbClr val="058441"/>
              </a:solidFill>
              <a:latin typeface="Inter"/>
              <a:ea typeface="Inter"/>
              <a:cs typeface="Inter"/>
              <a:sym typeface="Inter"/>
            </a:endParaRPr>
          </a:p>
        </p:txBody>
      </p:sp>
      <p:cxnSp>
        <p:nvCxnSpPr>
          <p:cNvPr id="136" name="Google Shape;136;p18"/>
          <p:cNvCxnSpPr/>
          <p:nvPr/>
        </p:nvCxnSpPr>
        <p:spPr>
          <a:xfrm>
            <a:off x="8444050" y="1695375"/>
            <a:ext cx="0" cy="2649300"/>
          </a:xfrm>
          <a:prstGeom prst="straightConnector1">
            <a:avLst/>
          </a:prstGeom>
          <a:noFill/>
          <a:ln cap="flat" cmpd="sng" w="9525">
            <a:solidFill>
              <a:srgbClr val="058441"/>
            </a:solidFill>
            <a:prstDash val="dot"/>
            <a:round/>
            <a:headEnd len="med" w="med" type="none"/>
            <a:tailEnd len="med" w="med" type="none"/>
          </a:ln>
        </p:spPr>
      </p:cxnSp>
      <p:sp>
        <p:nvSpPr>
          <p:cNvPr id="137" name="Google Shape;137;p18"/>
          <p:cNvSpPr txBox="1"/>
          <p:nvPr/>
        </p:nvSpPr>
        <p:spPr>
          <a:xfrm>
            <a:off x="273750" y="776300"/>
            <a:ext cx="8489700" cy="36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2300">
                <a:solidFill>
                  <a:srgbClr val="058441"/>
                </a:solidFill>
                <a:latin typeface="Inter"/>
                <a:ea typeface="Inter"/>
                <a:cs typeface="Inter"/>
                <a:sym typeface="Inter"/>
              </a:rPr>
              <a:t>Insert Chart Title</a:t>
            </a:r>
            <a:endParaRPr b="1" sz="2300">
              <a:solidFill>
                <a:srgbClr val="05844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9"/>
          <p:cNvSpPr txBox="1"/>
          <p:nvPr/>
        </p:nvSpPr>
        <p:spPr>
          <a:xfrm>
            <a:off x="6817575" y="453190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144" name="Google Shape;144;p19"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145" name="Google Shape;145;p19"/>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146" name="Google Shape;146;p19"/>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147" name="Google Shape;147;p19"/>
          <p:cNvSpPr txBox="1"/>
          <p:nvPr/>
        </p:nvSpPr>
        <p:spPr>
          <a:xfrm>
            <a:off x="494650" y="2135425"/>
            <a:ext cx="1212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Category Y</a:t>
            </a:r>
            <a:endParaRPr sz="1600">
              <a:solidFill>
                <a:srgbClr val="058441"/>
              </a:solidFill>
            </a:endParaRPr>
          </a:p>
        </p:txBody>
      </p:sp>
      <p:cxnSp>
        <p:nvCxnSpPr>
          <p:cNvPr id="148" name="Google Shape;148;p19"/>
          <p:cNvCxnSpPr/>
          <p:nvPr/>
        </p:nvCxnSpPr>
        <p:spPr>
          <a:xfrm>
            <a:off x="1790075" y="1220913"/>
            <a:ext cx="0" cy="3049500"/>
          </a:xfrm>
          <a:prstGeom prst="straightConnector1">
            <a:avLst/>
          </a:prstGeom>
          <a:noFill/>
          <a:ln cap="flat" cmpd="sng" w="9225">
            <a:solidFill>
              <a:srgbClr val="058441"/>
            </a:solidFill>
            <a:prstDash val="dot"/>
            <a:round/>
            <a:headEnd len="med" w="med" type="none"/>
            <a:tailEnd len="med" w="med" type="none"/>
          </a:ln>
        </p:spPr>
      </p:cxnSp>
      <p:cxnSp>
        <p:nvCxnSpPr>
          <p:cNvPr id="149" name="Google Shape;149;p19"/>
          <p:cNvCxnSpPr/>
          <p:nvPr/>
        </p:nvCxnSpPr>
        <p:spPr>
          <a:xfrm rot="10800000">
            <a:off x="1790125" y="4270325"/>
            <a:ext cx="6164400" cy="0"/>
          </a:xfrm>
          <a:prstGeom prst="straightConnector1">
            <a:avLst/>
          </a:prstGeom>
          <a:noFill/>
          <a:ln cap="flat" cmpd="sng" w="9525">
            <a:solidFill>
              <a:srgbClr val="058441"/>
            </a:solidFill>
            <a:prstDash val="dot"/>
            <a:round/>
            <a:headEnd len="med" w="med" type="none"/>
            <a:tailEnd len="med" w="med" type="none"/>
          </a:ln>
        </p:spPr>
      </p:cxnSp>
      <p:sp>
        <p:nvSpPr>
          <p:cNvPr id="150" name="Google Shape;150;p19"/>
          <p:cNvSpPr txBox="1"/>
          <p:nvPr/>
        </p:nvSpPr>
        <p:spPr>
          <a:xfrm>
            <a:off x="3221159" y="680925"/>
            <a:ext cx="93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Legend: </a:t>
            </a:r>
            <a:endParaRPr sz="1600">
              <a:solidFill>
                <a:srgbClr val="058441"/>
              </a:solidFill>
            </a:endParaRPr>
          </a:p>
        </p:txBody>
      </p:sp>
      <p:sp>
        <p:nvSpPr>
          <p:cNvPr id="151" name="Google Shape;151;p19"/>
          <p:cNvSpPr txBox="1"/>
          <p:nvPr/>
        </p:nvSpPr>
        <p:spPr>
          <a:xfrm>
            <a:off x="4442175" y="4374650"/>
            <a:ext cx="1212300" cy="361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600">
                <a:solidFill>
                  <a:srgbClr val="058441"/>
                </a:solidFill>
              </a:rPr>
              <a:t>Category X</a:t>
            </a:r>
            <a:endParaRPr sz="1600">
              <a:solidFill>
                <a:srgbClr val="058441"/>
              </a:solidFill>
            </a:endParaRPr>
          </a:p>
        </p:txBody>
      </p:sp>
      <p:sp>
        <p:nvSpPr>
          <p:cNvPr id="152" name="Google Shape;152;p19"/>
          <p:cNvSpPr/>
          <p:nvPr/>
        </p:nvSpPr>
        <p:spPr>
          <a:xfrm>
            <a:off x="1790211" y="1896978"/>
            <a:ext cx="1029300" cy="1446300"/>
          </a:xfrm>
          <a:prstGeom prst="rect">
            <a:avLst/>
          </a:prstGeom>
          <a:solidFill>
            <a:srgbClr val="058441"/>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53" name="Google Shape;153;p19"/>
          <p:cNvCxnSpPr/>
          <p:nvPr/>
        </p:nvCxnSpPr>
        <p:spPr>
          <a:xfrm>
            <a:off x="2819471"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54" name="Google Shape;154;p19"/>
          <p:cNvSpPr/>
          <p:nvPr/>
        </p:nvSpPr>
        <p:spPr>
          <a:xfrm>
            <a:off x="2819607" y="2317207"/>
            <a:ext cx="1029300" cy="497400"/>
          </a:xfrm>
          <a:prstGeom prst="rect">
            <a:avLst/>
          </a:prstGeom>
          <a:solidFill>
            <a:srgbClr val="F0B61A"/>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55" name="Google Shape;155;p19"/>
          <p:cNvCxnSpPr/>
          <p:nvPr/>
        </p:nvCxnSpPr>
        <p:spPr>
          <a:xfrm>
            <a:off x="3848868"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56" name="Google Shape;156;p19"/>
          <p:cNvSpPr/>
          <p:nvPr/>
        </p:nvSpPr>
        <p:spPr>
          <a:xfrm>
            <a:off x="3849004" y="2496924"/>
            <a:ext cx="1029300" cy="1126200"/>
          </a:xfrm>
          <a:prstGeom prst="rect">
            <a:avLst/>
          </a:prstGeom>
          <a:solidFill>
            <a:srgbClr val="058441"/>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57" name="Google Shape;157;p19"/>
          <p:cNvCxnSpPr/>
          <p:nvPr/>
        </p:nvCxnSpPr>
        <p:spPr>
          <a:xfrm>
            <a:off x="4878264"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58" name="Google Shape;158;p19"/>
          <p:cNvSpPr/>
          <p:nvPr/>
        </p:nvSpPr>
        <p:spPr>
          <a:xfrm>
            <a:off x="4878400" y="2980537"/>
            <a:ext cx="1029300" cy="497400"/>
          </a:xfrm>
          <a:prstGeom prst="rect">
            <a:avLst/>
          </a:prstGeom>
          <a:solidFill>
            <a:srgbClr val="F0B61A"/>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59" name="Google Shape;159;p19"/>
          <p:cNvCxnSpPr/>
          <p:nvPr/>
        </p:nvCxnSpPr>
        <p:spPr>
          <a:xfrm>
            <a:off x="5907660"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60" name="Google Shape;160;p19"/>
          <p:cNvSpPr/>
          <p:nvPr/>
        </p:nvSpPr>
        <p:spPr>
          <a:xfrm>
            <a:off x="5907796" y="3166550"/>
            <a:ext cx="1029300" cy="943500"/>
          </a:xfrm>
          <a:prstGeom prst="rect">
            <a:avLst/>
          </a:prstGeom>
          <a:solidFill>
            <a:srgbClr val="058441"/>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61" name="Google Shape;161;p19"/>
          <p:cNvCxnSpPr/>
          <p:nvPr/>
        </p:nvCxnSpPr>
        <p:spPr>
          <a:xfrm>
            <a:off x="6937056"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62" name="Google Shape;162;p19"/>
          <p:cNvSpPr/>
          <p:nvPr/>
        </p:nvSpPr>
        <p:spPr>
          <a:xfrm>
            <a:off x="6937242" y="3772936"/>
            <a:ext cx="1029300" cy="497400"/>
          </a:xfrm>
          <a:prstGeom prst="rect">
            <a:avLst/>
          </a:prstGeom>
          <a:solidFill>
            <a:srgbClr val="F0B61A"/>
          </a:solidFill>
          <a:ln>
            <a:noFill/>
          </a:ln>
        </p:spPr>
        <p:txBody>
          <a:bodyPr anchorCtr="0" anchor="ctr" bIns="88550" lIns="88550" spcFirstLastPara="1" rIns="88550" wrap="square" tIns="88550">
            <a:noAutofit/>
          </a:bodyPr>
          <a:lstStyle/>
          <a:p>
            <a:pPr indent="0" lvl="0" marL="0" rtl="0" algn="ctr">
              <a:spcBef>
                <a:spcPts val="0"/>
              </a:spcBef>
              <a:spcAft>
                <a:spcPts val="0"/>
              </a:spcAft>
              <a:buNone/>
            </a:pPr>
            <a:r>
              <a:t/>
            </a:r>
            <a:endParaRPr sz="1355"/>
          </a:p>
        </p:txBody>
      </p:sp>
      <p:cxnSp>
        <p:nvCxnSpPr>
          <p:cNvPr id="163" name="Google Shape;163;p19"/>
          <p:cNvCxnSpPr/>
          <p:nvPr/>
        </p:nvCxnSpPr>
        <p:spPr>
          <a:xfrm>
            <a:off x="7966453" y="1220913"/>
            <a:ext cx="0" cy="3049500"/>
          </a:xfrm>
          <a:prstGeom prst="straightConnector1">
            <a:avLst/>
          </a:prstGeom>
          <a:noFill/>
          <a:ln cap="flat" cmpd="sng" w="9225">
            <a:solidFill>
              <a:srgbClr val="058441"/>
            </a:solidFill>
            <a:prstDash val="dot"/>
            <a:round/>
            <a:headEnd len="med" w="med" type="none"/>
            <a:tailEnd len="med" w="med" type="none"/>
          </a:ln>
        </p:spPr>
      </p:cxnSp>
      <p:sp>
        <p:nvSpPr>
          <p:cNvPr id="164" name="Google Shape;164;p19"/>
          <p:cNvSpPr/>
          <p:nvPr/>
        </p:nvSpPr>
        <p:spPr>
          <a:xfrm>
            <a:off x="4148379" y="765525"/>
            <a:ext cx="268500" cy="276900"/>
          </a:xfrm>
          <a:prstGeom prst="rect">
            <a:avLst/>
          </a:prstGeom>
          <a:solidFill>
            <a:srgbClr val="0584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9"/>
          <p:cNvSpPr txBox="1"/>
          <p:nvPr/>
        </p:nvSpPr>
        <p:spPr>
          <a:xfrm>
            <a:off x="4727134" y="680925"/>
            <a:ext cx="936300" cy="3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Legend: </a:t>
            </a:r>
            <a:endParaRPr sz="1600">
              <a:solidFill>
                <a:srgbClr val="058441"/>
              </a:solidFill>
            </a:endParaRPr>
          </a:p>
        </p:txBody>
      </p:sp>
      <p:sp>
        <p:nvSpPr>
          <p:cNvPr id="166" name="Google Shape;166;p19"/>
          <p:cNvSpPr/>
          <p:nvPr/>
        </p:nvSpPr>
        <p:spPr>
          <a:xfrm>
            <a:off x="5654354" y="765525"/>
            <a:ext cx="268500" cy="276900"/>
          </a:xfrm>
          <a:prstGeom prst="rect">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0" name="Shape 170"/>
        <p:cNvGrpSpPr/>
        <p:nvPr/>
      </p:nvGrpSpPr>
      <p:grpSpPr>
        <a:xfrm>
          <a:off x="0" y="0"/>
          <a:ext cx="0" cy="0"/>
          <a:chOff x="0" y="0"/>
          <a:chExt cx="0" cy="0"/>
        </a:xfrm>
      </p:grpSpPr>
      <p:sp>
        <p:nvSpPr>
          <p:cNvPr id="171" name="Google Shape;171;p20"/>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20"/>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173" name="Google Shape;173;p20"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174" name="Google Shape;174;p20"/>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175" name="Google Shape;175;p20"/>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pic>
        <p:nvPicPr>
          <p:cNvPr id="176" name="Google Shape;176;p20" title="Chart"/>
          <p:cNvPicPr preferRelativeResize="0"/>
          <p:nvPr/>
        </p:nvPicPr>
        <p:blipFill>
          <a:blip r:embed="rId4">
            <a:alphaModFix/>
          </a:blip>
          <a:stretch>
            <a:fillRect/>
          </a:stretch>
        </p:blipFill>
        <p:spPr>
          <a:xfrm>
            <a:off x="4230473" y="1127137"/>
            <a:ext cx="4532925" cy="3376950"/>
          </a:xfrm>
          <a:prstGeom prst="rect">
            <a:avLst/>
          </a:prstGeom>
          <a:noFill/>
          <a:ln>
            <a:noFill/>
          </a:ln>
        </p:spPr>
      </p:pic>
      <p:sp>
        <p:nvSpPr>
          <p:cNvPr id="177" name="Google Shape;177;p20"/>
          <p:cNvSpPr txBox="1"/>
          <p:nvPr/>
        </p:nvSpPr>
        <p:spPr>
          <a:xfrm>
            <a:off x="1327875" y="2474650"/>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178" name="Google Shape;178;p20"/>
          <p:cNvSpPr/>
          <p:nvPr/>
        </p:nvSpPr>
        <p:spPr>
          <a:xfrm>
            <a:off x="493275" y="2345750"/>
            <a:ext cx="638700" cy="638700"/>
          </a:xfrm>
          <a:prstGeom prst="ellipse">
            <a:avLst/>
          </a:prstGeom>
          <a:solidFill>
            <a:srgbClr val="F0B6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0"/>
          <p:cNvSpPr txBox="1"/>
          <p:nvPr/>
        </p:nvSpPr>
        <p:spPr>
          <a:xfrm>
            <a:off x="1327875" y="2250525"/>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sp>
        <p:nvSpPr>
          <p:cNvPr id="180" name="Google Shape;180;p20"/>
          <p:cNvSpPr txBox="1"/>
          <p:nvPr/>
        </p:nvSpPr>
        <p:spPr>
          <a:xfrm>
            <a:off x="1327875" y="3680350"/>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181" name="Google Shape;181;p20"/>
          <p:cNvSpPr/>
          <p:nvPr/>
        </p:nvSpPr>
        <p:spPr>
          <a:xfrm>
            <a:off x="493275" y="3551450"/>
            <a:ext cx="638700" cy="638700"/>
          </a:xfrm>
          <a:prstGeom prst="ellipse">
            <a:avLst/>
          </a:prstGeom>
          <a:solidFill>
            <a:srgbClr val="0584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58441"/>
              </a:solidFill>
            </a:endParaRPr>
          </a:p>
        </p:txBody>
      </p:sp>
      <p:sp>
        <p:nvSpPr>
          <p:cNvPr id="182" name="Google Shape;182;p20"/>
          <p:cNvSpPr txBox="1"/>
          <p:nvPr/>
        </p:nvSpPr>
        <p:spPr>
          <a:xfrm>
            <a:off x="1327875" y="3456225"/>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sp>
        <p:nvSpPr>
          <p:cNvPr id="183" name="Google Shape;183;p20"/>
          <p:cNvSpPr txBox="1"/>
          <p:nvPr/>
        </p:nvSpPr>
        <p:spPr>
          <a:xfrm>
            <a:off x="420175" y="1173713"/>
            <a:ext cx="3810300" cy="76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3100">
                <a:solidFill>
                  <a:srgbClr val="058441"/>
                </a:solidFill>
                <a:latin typeface="Inter"/>
                <a:ea typeface="Inter"/>
                <a:cs typeface="Inter"/>
                <a:sym typeface="Inter"/>
              </a:rPr>
              <a:t>Insert Chart</a:t>
            </a:r>
            <a:endParaRPr b="1" sz="3100">
              <a:solidFill>
                <a:srgbClr val="058441"/>
              </a:solidFill>
              <a:latin typeface="Inter"/>
              <a:ea typeface="Inter"/>
              <a:cs typeface="Inter"/>
              <a:sym typeface="Inter"/>
            </a:endParaRPr>
          </a:p>
          <a:p>
            <a:pPr indent="0" lvl="0" marL="0" rtl="0" algn="l">
              <a:spcBef>
                <a:spcPts val="0"/>
              </a:spcBef>
              <a:spcAft>
                <a:spcPts val="0"/>
              </a:spcAft>
              <a:buClr>
                <a:srgbClr val="000000"/>
              </a:buClr>
              <a:buSzPts val="1100"/>
              <a:buFont typeface="Arial"/>
              <a:buNone/>
            </a:pPr>
            <a:r>
              <a:rPr b="1" lang="en" sz="3100">
                <a:solidFill>
                  <a:srgbClr val="058441"/>
                </a:solidFill>
                <a:latin typeface="Inter"/>
                <a:ea typeface="Inter"/>
                <a:cs typeface="Inter"/>
                <a:sym typeface="Inter"/>
              </a:rPr>
              <a:t>Title Here</a:t>
            </a:r>
            <a:endParaRPr b="1" sz="3100">
              <a:solidFill>
                <a:srgbClr val="05844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7" name="Shape 187"/>
        <p:cNvGrpSpPr/>
        <p:nvPr/>
      </p:nvGrpSpPr>
      <p:grpSpPr>
        <a:xfrm>
          <a:off x="0" y="0"/>
          <a:ext cx="0" cy="0"/>
          <a:chOff x="0" y="0"/>
          <a:chExt cx="0" cy="0"/>
        </a:xfrm>
      </p:grpSpPr>
      <p:sp>
        <p:nvSpPr>
          <p:cNvPr id="188" name="Google Shape;188;p21"/>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1"/>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190" name="Google Shape;190;p21"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191" name="Google Shape;191;p21"/>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192" name="Google Shape;192;p21"/>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193" name="Google Shape;193;p21"/>
          <p:cNvSpPr txBox="1"/>
          <p:nvPr/>
        </p:nvSpPr>
        <p:spPr>
          <a:xfrm>
            <a:off x="375200" y="927188"/>
            <a:ext cx="3810300" cy="76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2800">
                <a:solidFill>
                  <a:srgbClr val="058441"/>
                </a:solidFill>
                <a:latin typeface="Inter"/>
                <a:ea typeface="Inter"/>
                <a:cs typeface="Inter"/>
                <a:sym typeface="Inter"/>
              </a:rPr>
              <a:t>Insert Chart</a:t>
            </a:r>
            <a:endParaRPr b="1" sz="2800">
              <a:solidFill>
                <a:srgbClr val="058441"/>
              </a:solidFill>
              <a:latin typeface="Inter"/>
              <a:ea typeface="Inter"/>
              <a:cs typeface="Inter"/>
              <a:sym typeface="Inter"/>
            </a:endParaRPr>
          </a:p>
          <a:p>
            <a:pPr indent="0" lvl="0" marL="0" rtl="0" algn="l">
              <a:spcBef>
                <a:spcPts val="0"/>
              </a:spcBef>
              <a:spcAft>
                <a:spcPts val="0"/>
              </a:spcAft>
              <a:buClr>
                <a:srgbClr val="000000"/>
              </a:buClr>
              <a:buSzPts val="1100"/>
              <a:buFont typeface="Arial"/>
              <a:buNone/>
            </a:pPr>
            <a:r>
              <a:rPr b="1" lang="en" sz="2800">
                <a:solidFill>
                  <a:srgbClr val="058441"/>
                </a:solidFill>
                <a:latin typeface="Inter"/>
                <a:ea typeface="Inter"/>
                <a:cs typeface="Inter"/>
                <a:sym typeface="Inter"/>
              </a:rPr>
              <a:t>Title Here</a:t>
            </a:r>
            <a:endParaRPr b="1" sz="2800">
              <a:solidFill>
                <a:srgbClr val="058441"/>
              </a:solidFill>
              <a:latin typeface="Inter"/>
              <a:ea typeface="Inter"/>
              <a:cs typeface="Inter"/>
              <a:sym typeface="Inter"/>
            </a:endParaRPr>
          </a:p>
        </p:txBody>
      </p:sp>
      <p:sp>
        <p:nvSpPr>
          <p:cNvPr id="194" name="Google Shape;194;p21"/>
          <p:cNvSpPr/>
          <p:nvPr/>
        </p:nvSpPr>
        <p:spPr>
          <a:xfrm>
            <a:off x="3355625" y="766025"/>
            <a:ext cx="5401200" cy="11541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1"/>
          <p:cNvSpPr txBox="1"/>
          <p:nvPr/>
        </p:nvSpPr>
        <p:spPr>
          <a:xfrm>
            <a:off x="3438941" y="766025"/>
            <a:ext cx="5297400" cy="7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Pellentesque ex ligula, laoreet sit amet sem eget, faucibus pulvinar ipsum. Mauris at justo et diam egestas gravida. Pellentesque lobortis posuere mauris eu lacinia.</a:t>
            </a:r>
            <a:endParaRPr sz="1600">
              <a:solidFill>
                <a:srgbClr val="058441"/>
              </a:solidFill>
            </a:endParaRPr>
          </a:p>
        </p:txBody>
      </p:sp>
      <p:pic>
        <p:nvPicPr>
          <p:cNvPr id="196" name="Google Shape;196;p21" title="Chart"/>
          <p:cNvPicPr preferRelativeResize="0"/>
          <p:nvPr/>
        </p:nvPicPr>
        <p:blipFill>
          <a:blip r:embed="rId4">
            <a:alphaModFix/>
          </a:blip>
          <a:stretch>
            <a:fillRect/>
          </a:stretch>
        </p:blipFill>
        <p:spPr>
          <a:xfrm>
            <a:off x="412836" y="1920125"/>
            <a:ext cx="8318328" cy="27519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0" name="Shape 200"/>
        <p:cNvGrpSpPr/>
        <p:nvPr/>
      </p:nvGrpSpPr>
      <p:grpSpPr>
        <a:xfrm>
          <a:off x="0" y="0"/>
          <a:ext cx="0" cy="0"/>
          <a:chOff x="0" y="0"/>
          <a:chExt cx="0" cy="0"/>
        </a:xfrm>
      </p:grpSpPr>
      <p:sp>
        <p:nvSpPr>
          <p:cNvPr id="201" name="Google Shape;201;p22"/>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22"/>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203" name="Google Shape;203;p22"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204" name="Google Shape;204;p22"/>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205" name="Google Shape;205;p22"/>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206" name="Google Shape;206;p22"/>
          <p:cNvSpPr txBox="1"/>
          <p:nvPr/>
        </p:nvSpPr>
        <p:spPr>
          <a:xfrm>
            <a:off x="1053500" y="2122975"/>
            <a:ext cx="28488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207" name="Google Shape;207;p22"/>
          <p:cNvSpPr/>
          <p:nvPr/>
        </p:nvSpPr>
        <p:spPr>
          <a:xfrm>
            <a:off x="486400" y="2234575"/>
            <a:ext cx="397800" cy="397800"/>
          </a:xfrm>
          <a:prstGeom prst="ellipse">
            <a:avLst/>
          </a:prstGeom>
          <a:solidFill>
            <a:srgbClr val="FFF3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22"/>
          <p:cNvSpPr txBox="1"/>
          <p:nvPr/>
        </p:nvSpPr>
        <p:spPr>
          <a:xfrm>
            <a:off x="375200" y="1075913"/>
            <a:ext cx="3810300" cy="76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3100">
                <a:solidFill>
                  <a:srgbClr val="058441"/>
                </a:solidFill>
                <a:latin typeface="Inter"/>
                <a:ea typeface="Inter"/>
                <a:cs typeface="Inter"/>
                <a:sym typeface="Inter"/>
              </a:rPr>
              <a:t>Insert Chart</a:t>
            </a:r>
            <a:endParaRPr b="1" sz="3100">
              <a:solidFill>
                <a:srgbClr val="058441"/>
              </a:solidFill>
              <a:latin typeface="Inter"/>
              <a:ea typeface="Inter"/>
              <a:cs typeface="Inter"/>
              <a:sym typeface="Inter"/>
            </a:endParaRPr>
          </a:p>
          <a:p>
            <a:pPr indent="0" lvl="0" marL="0" rtl="0" algn="l">
              <a:spcBef>
                <a:spcPts val="0"/>
              </a:spcBef>
              <a:spcAft>
                <a:spcPts val="0"/>
              </a:spcAft>
              <a:buClr>
                <a:srgbClr val="000000"/>
              </a:buClr>
              <a:buSzPts val="1100"/>
              <a:buFont typeface="Arial"/>
              <a:buNone/>
            </a:pPr>
            <a:r>
              <a:rPr b="1" lang="en" sz="3100">
                <a:solidFill>
                  <a:srgbClr val="058441"/>
                </a:solidFill>
                <a:latin typeface="Inter"/>
                <a:ea typeface="Inter"/>
                <a:cs typeface="Inter"/>
                <a:sym typeface="Inter"/>
              </a:rPr>
              <a:t>Title Here</a:t>
            </a:r>
            <a:endParaRPr b="1" sz="3100">
              <a:solidFill>
                <a:srgbClr val="058441"/>
              </a:solidFill>
              <a:latin typeface="Inter"/>
              <a:ea typeface="Inter"/>
              <a:cs typeface="Inter"/>
              <a:sym typeface="Inter"/>
            </a:endParaRPr>
          </a:p>
        </p:txBody>
      </p:sp>
      <p:sp>
        <p:nvSpPr>
          <p:cNvPr id="209" name="Google Shape;209;p22"/>
          <p:cNvSpPr/>
          <p:nvPr/>
        </p:nvSpPr>
        <p:spPr>
          <a:xfrm>
            <a:off x="486400" y="2824350"/>
            <a:ext cx="397800" cy="397800"/>
          </a:xfrm>
          <a:prstGeom prst="ellipse">
            <a:avLst/>
          </a:prstGeom>
          <a:solidFill>
            <a:srgbClr val="FFE4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2"/>
          <p:cNvSpPr/>
          <p:nvPr/>
        </p:nvSpPr>
        <p:spPr>
          <a:xfrm>
            <a:off x="486400" y="3414125"/>
            <a:ext cx="397800" cy="397800"/>
          </a:xfrm>
          <a:prstGeom prst="ellipse">
            <a:avLst/>
          </a:prstGeom>
          <a:solidFill>
            <a:srgbClr val="0385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2"/>
          <p:cNvSpPr/>
          <p:nvPr/>
        </p:nvSpPr>
        <p:spPr>
          <a:xfrm>
            <a:off x="486400" y="4003900"/>
            <a:ext cx="397800" cy="397800"/>
          </a:xfrm>
          <a:prstGeom prst="ellipse">
            <a:avLst/>
          </a:prstGeom>
          <a:solidFill>
            <a:srgbClr val="06B45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12" name="Google Shape;212;p22" title="Chart"/>
          <p:cNvPicPr preferRelativeResize="0"/>
          <p:nvPr/>
        </p:nvPicPr>
        <p:blipFill>
          <a:blip r:embed="rId4">
            <a:alphaModFix/>
          </a:blip>
          <a:stretch>
            <a:fillRect/>
          </a:stretch>
        </p:blipFill>
        <p:spPr>
          <a:xfrm>
            <a:off x="4445200" y="1075925"/>
            <a:ext cx="4318209" cy="3687124"/>
          </a:xfrm>
          <a:prstGeom prst="rect">
            <a:avLst/>
          </a:prstGeom>
          <a:noFill/>
          <a:ln>
            <a:noFill/>
          </a:ln>
        </p:spPr>
      </p:pic>
      <p:sp>
        <p:nvSpPr>
          <p:cNvPr id="213" name="Google Shape;213;p22"/>
          <p:cNvSpPr txBox="1"/>
          <p:nvPr/>
        </p:nvSpPr>
        <p:spPr>
          <a:xfrm>
            <a:off x="1053500" y="2712750"/>
            <a:ext cx="28488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214" name="Google Shape;214;p22"/>
          <p:cNvSpPr txBox="1"/>
          <p:nvPr/>
        </p:nvSpPr>
        <p:spPr>
          <a:xfrm>
            <a:off x="1053500" y="3333750"/>
            <a:ext cx="28488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215" name="Google Shape;215;p22"/>
          <p:cNvSpPr txBox="1"/>
          <p:nvPr/>
        </p:nvSpPr>
        <p:spPr>
          <a:xfrm>
            <a:off x="1092900" y="3954750"/>
            <a:ext cx="2848800" cy="6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23"/>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222" name="Google Shape;222;p23"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223" name="Google Shape;223;p23"/>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224" name="Google Shape;224;p23"/>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pic>
        <p:nvPicPr>
          <p:cNvPr id="225" name="Google Shape;225;p23"/>
          <p:cNvPicPr preferRelativeResize="0"/>
          <p:nvPr/>
        </p:nvPicPr>
        <p:blipFill>
          <a:blip r:embed="rId4">
            <a:alphaModFix/>
          </a:blip>
          <a:stretch>
            <a:fillRect/>
          </a:stretch>
        </p:blipFill>
        <p:spPr>
          <a:xfrm>
            <a:off x="451100" y="2250038"/>
            <a:ext cx="5613399" cy="1817225"/>
          </a:xfrm>
          <a:prstGeom prst="rect">
            <a:avLst/>
          </a:prstGeom>
          <a:noFill/>
          <a:ln>
            <a:noFill/>
          </a:ln>
        </p:spPr>
      </p:pic>
      <p:pic>
        <p:nvPicPr>
          <p:cNvPr id="226" name="Google Shape;226;p23"/>
          <p:cNvPicPr preferRelativeResize="0"/>
          <p:nvPr/>
        </p:nvPicPr>
        <p:blipFill>
          <a:blip r:embed="rId5">
            <a:alphaModFix/>
          </a:blip>
          <a:stretch>
            <a:fillRect/>
          </a:stretch>
        </p:blipFill>
        <p:spPr>
          <a:xfrm>
            <a:off x="6869126" y="1400675"/>
            <a:ext cx="1815899" cy="3045832"/>
          </a:xfrm>
          <a:prstGeom prst="rect">
            <a:avLst/>
          </a:prstGeom>
          <a:noFill/>
          <a:ln>
            <a:noFill/>
          </a:ln>
        </p:spPr>
      </p:pic>
      <p:cxnSp>
        <p:nvCxnSpPr>
          <p:cNvPr id="227" name="Google Shape;227;p23"/>
          <p:cNvCxnSpPr/>
          <p:nvPr/>
        </p:nvCxnSpPr>
        <p:spPr>
          <a:xfrm>
            <a:off x="6615575" y="1709200"/>
            <a:ext cx="0" cy="2898900"/>
          </a:xfrm>
          <a:prstGeom prst="straightConnector1">
            <a:avLst/>
          </a:prstGeom>
          <a:noFill/>
          <a:ln cap="flat" cmpd="sng" w="9525">
            <a:solidFill>
              <a:srgbClr val="058441"/>
            </a:solidFill>
            <a:prstDash val="solid"/>
            <a:round/>
            <a:headEnd len="med" w="med" type="none"/>
            <a:tailEnd len="med" w="med" type="none"/>
          </a:ln>
        </p:spPr>
      </p:cxnSp>
      <p:sp>
        <p:nvSpPr>
          <p:cNvPr id="228" name="Google Shape;228;p23"/>
          <p:cNvSpPr txBox="1"/>
          <p:nvPr/>
        </p:nvSpPr>
        <p:spPr>
          <a:xfrm>
            <a:off x="536075" y="4374425"/>
            <a:ext cx="842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058441"/>
                </a:solidFill>
                <a:latin typeface="Inter"/>
                <a:ea typeface="Inter"/>
                <a:cs typeface="Inter"/>
                <a:sym typeface="Inter"/>
              </a:rPr>
              <a:t>LUZON</a:t>
            </a:r>
            <a:endParaRPr b="1" sz="1000">
              <a:solidFill>
                <a:srgbClr val="058441"/>
              </a:solidFill>
              <a:latin typeface="Inter"/>
              <a:ea typeface="Inter"/>
              <a:cs typeface="Inter"/>
              <a:sym typeface="Inter"/>
            </a:endParaRPr>
          </a:p>
        </p:txBody>
      </p:sp>
      <p:sp>
        <p:nvSpPr>
          <p:cNvPr id="229" name="Google Shape;229;p23"/>
          <p:cNvSpPr txBox="1"/>
          <p:nvPr/>
        </p:nvSpPr>
        <p:spPr>
          <a:xfrm>
            <a:off x="2745025" y="4374425"/>
            <a:ext cx="842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058441"/>
                </a:solidFill>
                <a:latin typeface="Inter"/>
                <a:ea typeface="Inter"/>
                <a:cs typeface="Inter"/>
                <a:sym typeface="Inter"/>
              </a:rPr>
              <a:t>VISAYAS</a:t>
            </a:r>
            <a:endParaRPr b="1" sz="1000">
              <a:solidFill>
                <a:srgbClr val="058441"/>
              </a:solidFill>
              <a:latin typeface="Inter"/>
              <a:ea typeface="Inter"/>
              <a:cs typeface="Inter"/>
              <a:sym typeface="Inter"/>
            </a:endParaRPr>
          </a:p>
        </p:txBody>
      </p:sp>
      <p:sp>
        <p:nvSpPr>
          <p:cNvPr id="230" name="Google Shape;230;p23"/>
          <p:cNvSpPr txBox="1"/>
          <p:nvPr/>
        </p:nvSpPr>
        <p:spPr>
          <a:xfrm>
            <a:off x="4726675" y="4374425"/>
            <a:ext cx="10035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rgbClr val="058441"/>
                </a:solidFill>
                <a:latin typeface="Inter"/>
                <a:ea typeface="Inter"/>
                <a:cs typeface="Inter"/>
                <a:sym typeface="Inter"/>
              </a:rPr>
              <a:t>MINDANAO</a:t>
            </a:r>
            <a:endParaRPr b="1" sz="1000">
              <a:solidFill>
                <a:srgbClr val="058441"/>
              </a:solidFill>
              <a:latin typeface="Inter"/>
              <a:ea typeface="Inter"/>
              <a:cs typeface="Inter"/>
              <a:sym typeface="Inter"/>
            </a:endParaRPr>
          </a:p>
        </p:txBody>
      </p:sp>
      <p:sp>
        <p:nvSpPr>
          <p:cNvPr id="231" name="Google Shape;231;p23"/>
          <p:cNvSpPr/>
          <p:nvPr/>
        </p:nvSpPr>
        <p:spPr>
          <a:xfrm>
            <a:off x="4328374" y="882975"/>
            <a:ext cx="3660900" cy="593700"/>
          </a:xfrm>
          <a:prstGeom prst="roundRect">
            <a:avLst>
              <a:gd fmla="val 16667" name="adj"/>
            </a:avLst>
          </a:prstGeom>
          <a:solidFill>
            <a:schemeClr val="lt1"/>
          </a:solidFill>
          <a:ln>
            <a:noFill/>
          </a:ln>
        </p:spPr>
        <p:txBody>
          <a:bodyPr anchorCtr="0" anchor="ctr" bIns="101200" lIns="101200" spcFirstLastPara="1" rIns="101200" wrap="square" tIns="101200">
            <a:noAutofit/>
          </a:bodyPr>
          <a:lstStyle/>
          <a:p>
            <a:pPr indent="0" lvl="0" marL="0" rtl="0" algn="ctr">
              <a:spcBef>
                <a:spcPts val="0"/>
              </a:spcBef>
              <a:spcAft>
                <a:spcPts val="0"/>
              </a:spcAft>
              <a:buNone/>
            </a:pPr>
            <a:r>
              <a:t/>
            </a:r>
            <a:endParaRPr sz="1549"/>
          </a:p>
        </p:txBody>
      </p:sp>
      <p:sp>
        <p:nvSpPr>
          <p:cNvPr id="232" name="Google Shape;232;p23"/>
          <p:cNvSpPr txBox="1"/>
          <p:nvPr/>
        </p:nvSpPr>
        <p:spPr>
          <a:xfrm>
            <a:off x="4328377" y="843925"/>
            <a:ext cx="1116900" cy="744300"/>
          </a:xfrm>
          <a:prstGeom prst="rect">
            <a:avLst/>
          </a:prstGeom>
          <a:noFill/>
          <a:ln>
            <a:noFill/>
          </a:ln>
        </p:spPr>
        <p:txBody>
          <a:bodyPr anchorCtr="0" anchor="t" bIns="101200" lIns="101200" spcFirstLastPara="1" rIns="101200" wrap="square" tIns="101200">
            <a:noAutofit/>
          </a:bodyPr>
          <a:lstStyle/>
          <a:p>
            <a:pPr indent="0" lvl="0" marL="0" rtl="0" algn="l">
              <a:spcBef>
                <a:spcPts val="0"/>
              </a:spcBef>
              <a:spcAft>
                <a:spcPts val="0"/>
              </a:spcAft>
              <a:buNone/>
            </a:pPr>
            <a:r>
              <a:rPr b="1" lang="en" sz="2988">
                <a:solidFill>
                  <a:srgbClr val="F0B61A"/>
                </a:solidFill>
                <a:latin typeface="Inter"/>
                <a:ea typeface="Inter"/>
                <a:cs typeface="Inter"/>
                <a:sym typeface="Inter"/>
              </a:rPr>
              <a:t>+00</a:t>
            </a:r>
            <a:endParaRPr b="1" sz="2988">
              <a:solidFill>
                <a:srgbClr val="F0B61A"/>
              </a:solidFill>
              <a:latin typeface="Inter"/>
              <a:ea typeface="Inter"/>
              <a:cs typeface="Inter"/>
              <a:sym typeface="Inter"/>
            </a:endParaRPr>
          </a:p>
        </p:txBody>
      </p:sp>
      <p:sp>
        <p:nvSpPr>
          <p:cNvPr id="233" name="Google Shape;233;p23"/>
          <p:cNvSpPr txBox="1"/>
          <p:nvPr/>
        </p:nvSpPr>
        <p:spPr>
          <a:xfrm>
            <a:off x="5274275" y="946375"/>
            <a:ext cx="2747400" cy="539400"/>
          </a:xfrm>
          <a:prstGeom prst="rect">
            <a:avLst/>
          </a:prstGeom>
          <a:noFill/>
          <a:ln>
            <a:noFill/>
          </a:ln>
        </p:spPr>
        <p:txBody>
          <a:bodyPr anchorCtr="0" anchor="t" bIns="101200" lIns="101200" spcFirstLastPara="1" rIns="101200" wrap="square" tIns="101200">
            <a:noAutofit/>
          </a:bodyPr>
          <a:lstStyle/>
          <a:p>
            <a:pPr indent="0" lvl="0" marL="0" rtl="0" algn="l">
              <a:spcBef>
                <a:spcPts val="0"/>
              </a:spcBef>
              <a:spcAft>
                <a:spcPts val="0"/>
              </a:spcAft>
              <a:buNone/>
            </a:pPr>
            <a:r>
              <a:rPr lang="en" sz="1600">
                <a:solidFill>
                  <a:srgbClr val="058441"/>
                </a:solidFill>
              </a:rPr>
              <a:t>Lorem ipsum dolor sit amet.</a:t>
            </a:r>
            <a:endParaRPr sz="1600">
              <a:solidFill>
                <a:srgbClr val="058441"/>
              </a:solidFill>
            </a:endParaRPr>
          </a:p>
        </p:txBody>
      </p:sp>
      <p:pic>
        <p:nvPicPr>
          <p:cNvPr id="234" name="Google Shape;234;p23" title="maps-and-flags (1).png"/>
          <p:cNvPicPr preferRelativeResize="0"/>
          <p:nvPr/>
        </p:nvPicPr>
        <p:blipFill>
          <a:blip r:embed="rId6">
            <a:alphaModFix/>
          </a:blip>
          <a:stretch>
            <a:fillRect/>
          </a:stretch>
        </p:blipFill>
        <p:spPr>
          <a:xfrm>
            <a:off x="3362400" y="2609850"/>
            <a:ext cx="282700" cy="282700"/>
          </a:xfrm>
          <a:prstGeom prst="rect">
            <a:avLst/>
          </a:prstGeom>
          <a:noFill/>
          <a:ln>
            <a:noFill/>
          </a:ln>
          <a:effectLst>
            <a:outerShdw blurRad="57150" rotWithShape="0" algn="bl" dir="5400000" dist="19050">
              <a:srgbClr val="000000">
                <a:alpha val="50000"/>
              </a:srgbClr>
            </a:outerShdw>
          </a:effectLst>
        </p:spPr>
      </p:pic>
      <p:pic>
        <p:nvPicPr>
          <p:cNvPr id="235" name="Google Shape;235;p23" title="maps-and-flags (1).png"/>
          <p:cNvPicPr preferRelativeResize="0"/>
          <p:nvPr/>
        </p:nvPicPr>
        <p:blipFill>
          <a:blip r:embed="rId6">
            <a:alphaModFix/>
          </a:blip>
          <a:stretch>
            <a:fillRect/>
          </a:stretch>
        </p:blipFill>
        <p:spPr>
          <a:xfrm>
            <a:off x="4933975" y="2782238"/>
            <a:ext cx="282700" cy="282700"/>
          </a:xfrm>
          <a:prstGeom prst="rect">
            <a:avLst/>
          </a:prstGeom>
          <a:noFill/>
          <a:ln>
            <a:noFill/>
          </a:ln>
          <a:effectLst>
            <a:outerShdw blurRad="57150" rotWithShape="0" algn="bl" dir="5400000" dist="19050">
              <a:srgbClr val="000000">
                <a:alpha val="50000"/>
              </a:srgbClr>
            </a:outerShdw>
          </a:effectLst>
        </p:spPr>
      </p:pic>
      <p:pic>
        <p:nvPicPr>
          <p:cNvPr id="236" name="Google Shape;236;p23" title="maps-and-flags (1).png"/>
          <p:cNvPicPr preferRelativeResize="0"/>
          <p:nvPr/>
        </p:nvPicPr>
        <p:blipFill>
          <a:blip r:embed="rId6">
            <a:alphaModFix/>
          </a:blip>
          <a:stretch>
            <a:fillRect/>
          </a:stretch>
        </p:blipFill>
        <p:spPr>
          <a:xfrm>
            <a:off x="816075" y="2646988"/>
            <a:ext cx="282700" cy="282700"/>
          </a:xfrm>
          <a:prstGeom prst="rect">
            <a:avLst/>
          </a:prstGeom>
          <a:noFill/>
          <a:ln>
            <a:noFill/>
          </a:ln>
          <a:effectLst>
            <a:outerShdw blurRad="57150" rotWithShape="0" algn="bl" dir="5400000" dist="19050">
              <a:srgbClr val="000000">
                <a:alpha val="50000"/>
              </a:srgbClr>
            </a:outerShdw>
          </a:effectLst>
        </p:spPr>
      </p:pic>
      <p:pic>
        <p:nvPicPr>
          <p:cNvPr id="237" name="Google Shape;237;p23" title="maps-and-flags (1).png"/>
          <p:cNvPicPr preferRelativeResize="0"/>
          <p:nvPr/>
        </p:nvPicPr>
        <p:blipFill>
          <a:blip r:embed="rId6">
            <a:alphaModFix/>
          </a:blip>
          <a:stretch>
            <a:fillRect/>
          </a:stretch>
        </p:blipFill>
        <p:spPr>
          <a:xfrm>
            <a:off x="451100" y="2900500"/>
            <a:ext cx="282700" cy="282700"/>
          </a:xfrm>
          <a:prstGeom prst="rect">
            <a:avLst/>
          </a:prstGeom>
          <a:noFill/>
          <a:ln>
            <a:noFill/>
          </a:ln>
          <a:effectLst>
            <a:outerShdw blurRad="57150" rotWithShape="0" algn="bl" dir="5400000" dist="19050">
              <a:srgbClr val="000000">
                <a:alpha val="50000"/>
              </a:srgbClr>
            </a:outerShdw>
          </a:effectLst>
        </p:spPr>
      </p:pic>
      <p:pic>
        <p:nvPicPr>
          <p:cNvPr id="238" name="Google Shape;238;p23" title="maps-and-flags (1).png"/>
          <p:cNvPicPr preferRelativeResize="0"/>
          <p:nvPr/>
        </p:nvPicPr>
        <p:blipFill>
          <a:blip r:embed="rId6">
            <a:alphaModFix/>
          </a:blip>
          <a:stretch>
            <a:fillRect/>
          </a:stretch>
        </p:blipFill>
        <p:spPr>
          <a:xfrm>
            <a:off x="686625" y="3136000"/>
            <a:ext cx="282700" cy="282700"/>
          </a:xfrm>
          <a:prstGeom prst="rect">
            <a:avLst/>
          </a:prstGeom>
          <a:noFill/>
          <a:ln>
            <a:noFill/>
          </a:ln>
          <a:effectLst>
            <a:outerShdw blurRad="57150" rotWithShape="0" algn="bl" dir="5400000" dist="19050">
              <a:srgbClr val="000000">
                <a:alpha val="50000"/>
              </a:srgbClr>
            </a:outerShdw>
          </a:effectLst>
        </p:spPr>
      </p:pic>
      <p:pic>
        <p:nvPicPr>
          <p:cNvPr id="239" name="Google Shape;239;p23" title="maps-and-flags (1).png"/>
          <p:cNvPicPr preferRelativeResize="0"/>
          <p:nvPr/>
        </p:nvPicPr>
        <p:blipFill>
          <a:blip r:embed="rId6">
            <a:alphaModFix/>
          </a:blip>
          <a:stretch>
            <a:fillRect/>
          </a:stretch>
        </p:blipFill>
        <p:spPr>
          <a:xfrm>
            <a:off x="2066400" y="3183200"/>
            <a:ext cx="282700" cy="282700"/>
          </a:xfrm>
          <a:prstGeom prst="rect">
            <a:avLst/>
          </a:prstGeom>
          <a:noFill/>
          <a:ln>
            <a:noFill/>
          </a:ln>
          <a:effectLst>
            <a:outerShdw blurRad="57150" rotWithShape="0" algn="bl" dir="5400000" dist="19050">
              <a:srgbClr val="000000">
                <a:alpha val="50000"/>
              </a:srgbClr>
            </a:outerShdw>
          </a:effectLst>
        </p:spPr>
      </p:pic>
      <p:pic>
        <p:nvPicPr>
          <p:cNvPr id="240" name="Google Shape;240;p23" title="maps-and-flags (1).png"/>
          <p:cNvPicPr preferRelativeResize="0"/>
          <p:nvPr/>
        </p:nvPicPr>
        <p:blipFill>
          <a:blip r:embed="rId6">
            <a:alphaModFix/>
          </a:blip>
          <a:stretch>
            <a:fillRect/>
          </a:stretch>
        </p:blipFill>
        <p:spPr>
          <a:xfrm>
            <a:off x="3842500" y="3136000"/>
            <a:ext cx="282700" cy="282700"/>
          </a:xfrm>
          <a:prstGeom prst="rect">
            <a:avLst/>
          </a:prstGeom>
          <a:noFill/>
          <a:ln>
            <a:noFill/>
          </a:ln>
          <a:effectLst>
            <a:outerShdw blurRad="57150" rotWithShape="0" algn="bl" dir="5400000" dist="19050">
              <a:srgbClr val="000000">
                <a:alpha val="50000"/>
              </a:srgbClr>
            </a:outerShdw>
          </a:effectLst>
        </p:spPr>
      </p:pic>
      <p:pic>
        <p:nvPicPr>
          <p:cNvPr id="241" name="Google Shape;241;p23" title="maps-and-flags (1).png"/>
          <p:cNvPicPr preferRelativeResize="0"/>
          <p:nvPr/>
        </p:nvPicPr>
        <p:blipFill>
          <a:blip r:embed="rId6">
            <a:alphaModFix/>
          </a:blip>
          <a:stretch>
            <a:fillRect/>
          </a:stretch>
        </p:blipFill>
        <p:spPr>
          <a:xfrm>
            <a:off x="1114300" y="3714675"/>
            <a:ext cx="282700" cy="282700"/>
          </a:xfrm>
          <a:prstGeom prst="rect">
            <a:avLst/>
          </a:prstGeom>
          <a:noFill/>
          <a:ln>
            <a:noFill/>
          </a:ln>
          <a:effectLst>
            <a:outerShdw blurRad="57150" rotWithShape="0" algn="bl" dir="5400000" dist="19050">
              <a:srgbClr val="000000">
                <a:alpha val="50000"/>
              </a:srgbClr>
            </a:outerShdw>
          </a:effectLst>
        </p:spPr>
      </p:pic>
      <p:pic>
        <p:nvPicPr>
          <p:cNvPr id="242" name="Google Shape;242;p23" title="maps-and-flags (1).png"/>
          <p:cNvPicPr preferRelativeResize="0"/>
          <p:nvPr/>
        </p:nvPicPr>
        <p:blipFill>
          <a:blip r:embed="rId6">
            <a:alphaModFix/>
          </a:blip>
          <a:stretch>
            <a:fillRect/>
          </a:stretch>
        </p:blipFill>
        <p:spPr>
          <a:xfrm>
            <a:off x="5534500" y="2703600"/>
            <a:ext cx="282700" cy="282700"/>
          </a:xfrm>
          <a:prstGeom prst="rect">
            <a:avLst/>
          </a:prstGeom>
          <a:noFill/>
          <a:ln>
            <a:noFill/>
          </a:ln>
          <a:effectLst>
            <a:outerShdw blurRad="57150" rotWithShape="0" algn="bl" dir="5400000" dist="19050">
              <a:srgbClr val="000000">
                <a:alpha val="50000"/>
              </a:srgbClr>
            </a:outerShdw>
          </a:effectLst>
        </p:spPr>
      </p:pic>
      <p:pic>
        <p:nvPicPr>
          <p:cNvPr id="243" name="Google Shape;243;p23" title="maps-and-flags (1).png"/>
          <p:cNvPicPr preferRelativeResize="0"/>
          <p:nvPr/>
        </p:nvPicPr>
        <p:blipFill>
          <a:blip r:embed="rId6">
            <a:alphaModFix/>
          </a:blip>
          <a:stretch>
            <a:fillRect/>
          </a:stretch>
        </p:blipFill>
        <p:spPr>
          <a:xfrm>
            <a:off x="5447475" y="3136000"/>
            <a:ext cx="282700" cy="282700"/>
          </a:xfrm>
          <a:prstGeom prst="rect">
            <a:avLst/>
          </a:prstGeom>
          <a:noFill/>
          <a:ln>
            <a:noFill/>
          </a:ln>
          <a:effectLst>
            <a:outerShdw blurRad="57150" rotWithShape="0" algn="bl" dir="5400000" dist="19050">
              <a:srgbClr val="000000">
                <a:alpha val="50000"/>
              </a:srgbClr>
            </a:outerShdw>
          </a:effectLst>
        </p:spPr>
      </p:pic>
      <p:pic>
        <p:nvPicPr>
          <p:cNvPr id="244" name="Google Shape;244;p23" title="maps-and-flags (1).png"/>
          <p:cNvPicPr preferRelativeResize="0"/>
          <p:nvPr/>
        </p:nvPicPr>
        <p:blipFill>
          <a:blip r:embed="rId6">
            <a:alphaModFix/>
          </a:blip>
          <a:stretch>
            <a:fillRect/>
          </a:stretch>
        </p:blipFill>
        <p:spPr>
          <a:xfrm>
            <a:off x="4055775" y="2327150"/>
            <a:ext cx="282700" cy="282700"/>
          </a:xfrm>
          <a:prstGeom prst="rect">
            <a:avLst/>
          </a:prstGeom>
          <a:noFill/>
          <a:ln>
            <a:noFill/>
          </a:ln>
          <a:effectLst>
            <a:outerShdw blurRad="57150" rotWithShape="0" algn="bl" dir="5400000" dist="19050">
              <a:srgbClr val="000000">
                <a:alpha val="50000"/>
              </a:srgbClr>
            </a:outerShdw>
          </a:effectLst>
        </p:spPr>
      </p:pic>
      <p:sp>
        <p:nvSpPr>
          <p:cNvPr id="245" name="Google Shape;245;p23"/>
          <p:cNvSpPr/>
          <p:nvPr/>
        </p:nvSpPr>
        <p:spPr>
          <a:xfrm>
            <a:off x="372574" y="882975"/>
            <a:ext cx="3660900" cy="593700"/>
          </a:xfrm>
          <a:prstGeom prst="roundRect">
            <a:avLst>
              <a:gd fmla="val 16667" name="adj"/>
            </a:avLst>
          </a:prstGeom>
          <a:solidFill>
            <a:schemeClr val="lt1"/>
          </a:solidFill>
          <a:ln>
            <a:noFill/>
          </a:ln>
        </p:spPr>
        <p:txBody>
          <a:bodyPr anchorCtr="0" anchor="ctr" bIns="101200" lIns="101200" spcFirstLastPara="1" rIns="101200" wrap="square" tIns="101200">
            <a:noAutofit/>
          </a:bodyPr>
          <a:lstStyle/>
          <a:p>
            <a:pPr indent="0" lvl="0" marL="0" rtl="0" algn="ctr">
              <a:spcBef>
                <a:spcPts val="0"/>
              </a:spcBef>
              <a:spcAft>
                <a:spcPts val="0"/>
              </a:spcAft>
              <a:buNone/>
            </a:pPr>
            <a:r>
              <a:t/>
            </a:r>
            <a:endParaRPr sz="1549"/>
          </a:p>
        </p:txBody>
      </p:sp>
      <p:sp>
        <p:nvSpPr>
          <p:cNvPr id="246" name="Google Shape;246;p23"/>
          <p:cNvSpPr txBox="1"/>
          <p:nvPr/>
        </p:nvSpPr>
        <p:spPr>
          <a:xfrm>
            <a:off x="372577" y="843925"/>
            <a:ext cx="1116900" cy="744300"/>
          </a:xfrm>
          <a:prstGeom prst="rect">
            <a:avLst/>
          </a:prstGeom>
          <a:noFill/>
          <a:ln>
            <a:noFill/>
          </a:ln>
        </p:spPr>
        <p:txBody>
          <a:bodyPr anchorCtr="0" anchor="t" bIns="101200" lIns="101200" spcFirstLastPara="1" rIns="101200" wrap="square" tIns="101200">
            <a:noAutofit/>
          </a:bodyPr>
          <a:lstStyle/>
          <a:p>
            <a:pPr indent="0" lvl="0" marL="0" rtl="0" algn="l">
              <a:spcBef>
                <a:spcPts val="0"/>
              </a:spcBef>
              <a:spcAft>
                <a:spcPts val="0"/>
              </a:spcAft>
              <a:buNone/>
            </a:pPr>
            <a:r>
              <a:rPr b="1" lang="en" sz="2988">
                <a:solidFill>
                  <a:srgbClr val="F0B61A"/>
                </a:solidFill>
                <a:latin typeface="Inter"/>
                <a:ea typeface="Inter"/>
                <a:cs typeface="Inter"/>
                <a:sym typeface="Inter"/>
              </a:rPr>
              <a:t>+00</a:t>
            </a:r>
            <a:endParaRPr b="1" sz="2988">
              <a:solidFill>
                <a:srgbClr val="F0B61A"/>
              </a:solidFill>
              <a:latin typeface="Inter"/>
              <a:ea typeface="Inter"/>
              <a:cs typeface="Inter"/>
              <a:sym typeface="Inter"/>
            </a:endParaRPr>
          </a:p>
        </p:txBody>
      </p:sp>
      <p:sp>
        <p:nvSpPr>
          <p:cNvPr id="247" name="Google Shape;247;p23"/>
          <p:cNvSpPr txBox="1"/>
          <p:nvPr/>
        </p:nvSpPr>
        <p:spPr>
          <a:xfrm>
            <a:off x="1318475" y="946375"/>
            <a:ext cx="2747400" cy="539400"/>
          </a:xfrm>
          <a:prstGeom prst="rect">
            <a:avLst/>
          </a:prstGeom>
          <a:noFill/>
          <a:ln>
            <a:noFill/>
          </a:ln>
        </p:spPr>
        <p:txBody>
          <a:bodyPr anchorCtr="0" anchor="t" bIns="101200" lIns="101200" spcFirstLastPara="1" rIns="101200" wrap="square" tIns="101200">
            <a:noAutofit/>
          </a:bodyPr>
          <a:lstStyle/>
          <a:p>
            <a:pPr indent="0" lvl="0" marL="0" rtl="0" algn="l">
              <a:spcBef>
                <a:spcPts val="0"/>
              </a:spcBef>
              <a:spcAft>
                <a:spcPts val="0"/>
              </a:spcAft>
              <a:buNone/>
            </a:pPr>
            <a:r>
              <a:rPr lang="en" sz="1600">
                <a:solidFill>
                  <a:srgbClr val="058441"/>
                </a:solidFill>
              </a:rPr>
              <a:t>Lorem ipsum dolor sit amet.</a:t>
            </a:r>
            <a:endParaRPr sz="1600">
              <a:solidFill>
                <a:srgbClr val="05844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24"/>
          <p:cNvSpPr/>
          <p:nvPr/>
        </p:nvSpPr>
        <p:spPr>
          <a:xfrm>
            <a:off x="375200" y="1299650"/>
            <a:ext cx="2050500" cy="3417900"/>
          </a:xfrm>
          <a:prstGeom prst="roundRect">
            <a:avLst>
              <a:gd fmla="val 12081" name="adj"/>
            </a:avLst>
          </a:prstGeom>
          <a:solidFill>
            <a:srgbClr val="0584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24"/>
          <p:cNvSpPr/>
          <p:nvPr/>
        </p:nvSpPr>
        <p:spPr>
          <a:xfrm>
            <a:off x="2487815" y="1299650"/>
            <a:ext cx="2050500" cy="3417900"/>
          </a:xfrm>
          <a:prstGeom prst="roundRect">
            <a:avLst>
              <a:gd fmla="val 12081" name="adj"/>
            </a:avLst>
          </a:prstGeom>
          <a:noFill/>
          <a:ln cap="flat" cmpd="sng" w="9525">
            <a:solidFill>
              <a:srgbClr val="05844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24"/>
          <p:cNvSpPr/>
          <p:nvPr/>
        </p:nvSpPr>
        <p:spPr>
          <a:xfrm>
            <a:off x="4600429" y="1299650"/>
            <a:ext cx="2050500" cy="3417900"/>
          </a:xfrm>
          <a:prstGeom prst="roundRect">
            <a:avLst>
              <a:gd fmla="val 12081" name="adj"/>
            </a:avLst>
          </a:prstGeom>
          <a:noFill/>
          <a:ln cap="flat" cmpd="sng" w="9525">
            <a:solidFill>
              <a:srgbClr val="05844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24"/>
          <p:cNvSpPr/>
          <p:nvPr/>
        </p:nvSpPr>
        <p:spPr>
          <a:xfrm>
            <a:off x="6713044" y="1299650"/>
            <a:ext cx="2050500" cy="3417900"/>
          </a:xfrm>
          <a:prstGeom prst="roundRect">
            <a:avLst>
              <a:gd fmla="val 12081" name="adj"/>
            </a:avLst>
          </a:prstGeom>
          <a:noFill/>
          <a:ln cap="flat" cmpd="sng" w="9525">
            <a:solidFill>
              <a:srgbClr val="058441"/>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57" name="Google Shape;257;p24"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258" name="Google Shape;258;p24"/>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259" name="Google Shape;259;p24"/>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cxnSp>
        <p:nvCxnSpPr>
          <p:cNvPr id="260" name="Google Shape;260;p24"/>
          <p:cNvCxnSpPr/>
          <p:nvPr/>
        </p:nvCxnSpPr>
        <p:spPr>
          <a:xfrm>
            <a:off x="6732350" y="1810475"/>
            <a:ext cx="2036100" cy="0"/>
          </a:xfrm>
          <a:prstGeom prst="straightConnector1">
            <a:avLst/>
          </a:prstGeom>
          <a:noFill/>
          <a:ln cap="flat" cmpd="sng" w="9525">
            <a:solidFill>
              <a:srgbClr val="1B4D20"/>
            </a:solidFill>
            <a:prstDash val="solid"/>
            <a:round/>
            <a:headEnd len="med" w="med" type="none"/>
            <a:tailEnd len="med" w="med" type="none"/>
          </a:ln>
        </p:spPr>
      </p:cxnSp>
      <p:cxnSp>
        <p:nvCxnSpPr>
          <p:cNvPr id="261" name="Google Shape;261;p24"/>
          <p:cNvCxnSpPr/>
          <p:nvPr/>
        </p:nvCxnSpPr>
        <p:spPr>
          <a:xfrm>
            <a:off x="375200" y="2357875"/>
            <a:ext cx="8393100" cy="0"/>
          </a:xfrm>
          <a:prstGeom prst="straightConnector1">
            <a:avLst/>
          </a:prstGeom>
          <a:noFill/>
          <a:ln cap="flat" cmpd="sng" w="9525">
            <a:solidFill>
              <a:srgbClr val="1B4D20"/>
            </a:solidFill>
            <a:prstDash val="dot"/>
            <a:round/>
            <a:headEnd len="med" w="med" type="none"/>
            <a:tailEnd len="med" w="med" type="none"/>
          </a:ln>
        </p:spPr>
      </p:cxnSp>
      <p:cxnSp>
        <p:nvCxnSpPr>
          <p:cNvPr id="262" name="Google Shape;262;p24"/>
          <p:cNvCxnSpPr/>
          <p:nvPr/>
        </p:nvCxnSpPr>
        <p:spPr>
          <a:xfrm>
            <a:off x="375200" y="2905275"/>
            <a:ext cx="8393100" cy="0"/>
          </a:xfrm>
          <a:prstGeom prst="straightConnector1">
            <a:avLst/>
          </a:prstGeom>
          <a:noFill/>
          <a:ln cap="flat" cmpd="sng" w="9525">
            <a:solidFill>
              <a:srgbClr val="1B4D20"/>
            </a:solidFill>
            <a:prstDash val="dot"/>
            <a:round/>
            <a:headEnd len="med" w="med" type="none"/>
            <a:tailEnd len="med" w="med" type="none"/>
          </a:ln>
        </p:spPr>
      </p:cxnSp>
      <p:cxnSp>
        <p:nvCxnSpPr>
          <p:cNvPr id="263" name="Google Shape;263;p24"/>
          <p:cNvCxnSpPr/>
          <p:nvPr/>
        </p:nvCxnSpPr>
        <p:spPr>
          <a:xfrm>
            <a:off x="375200" y="3498750"/>
            <a:ext cx="8393100" cy="0"/>
          </a:xfrm>
          <a:prstGeom prst="straightConnector1">
            <a:avLst/>
          </a:prstGeom>
          <a:noFill/>
          <a:ln cap="flat" cmpd="sng" w="9525">
            <a:solidFill>
              <a:srgbClr val="1B4D20"/>
            </a:solidFill>
            <a:prstDash val="dot"/>
            <a:round/>
            <a:headEnd len="med" w="med" type="none"/>
            <a:tailEnd len="med" w="med" type="none"/>
          </a:ln>
        </p:spPr>
      </p:cxnSp>
      <p:cxnSp>
        <p:nvCxnSpPr>
          <p:cNvPr id="264" name="Google Shape;264;p24"/>
          <p:cNvCxnSpPr/>
          <p:nvPr/>
        </p:nvCxnSpPr>
        <p:spPr>
          <a:xfrm>
            <a:off x="375450" y="4103600"/>
            <a:ext cx="8393100" cy="0"/>
          </a:xfrm>
          <a:prstGeom prst="straightConnector1">
            <a:avLst/>
          </a:prstGeom>
          <a:noFill/>
          <a:ln cap="flat" cmpd="sng" w="9525">
            <a:solidFill>
              <a:srgbClr val="1B4D20"/>
            </a:solidFill>
            <a:prstDash val="dot"/>
            <a:round/>
            <a:headEnd len="med" w="med" type="none"/>
            <a:tailEnd len="med" w="med" type="none"/>
          </a:ln>
        </p:spPr>
      </p:cxnSp>
      <p:sp>
        <p:nvSpPr>
          <p:cNvPr id="265" name="Google Shape;265;p24"/>
          <p:cNvSpPr txBox="1"/>
          <p:nvPr/>
        </p:nvSpPr>
        <p:spPr>
          <a:xfrm>
            <a:off x="3193713" y="1353144"/>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1B4D20"/>
                </a:solidFill>
                <a:latin typeface="Inter"/>
                <a:ea typeface="Inter"/>
                <a:cs typeface="Inter"/>
                <a:sym typeface="Inter"/>
              </a:rPr>
              <a:t>Text</a:t>
            </a:r>
            <a:endParaRPr b="1" sz="1600">
              <a:solidFill>
                <a:srgbClr val="1B4D20"/>
              </a:solidFill>
              <a:latin typeface="Inter"/>
              <a:ea typeface="Inter"/>
              <a:cs typeface="Inter"/>
              <a:sym typeface="Inter"/>
            </a:endParaRPr>
          </a:p>
        </p:txBody>
      </p:sp>
      <p:sp>
        <p:nvSpPr>
          <p:cNvPr id="266" name="Google Shape;266;p24"/>
          <p:cNvSpPr txBox="1"/>
          <p:nvPr/>
        </p:nvSpPr>
        <p:spPr>
          <a:xfrm>
            <a:off x="5306325" y="1353144"/>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1B4D20"/>
                </a:solidFill>
                <a:latin typeface="Inter"/>
                <a:ea typeface="Inter"/>
                <a:cs typeface="Inter"/>
                <a:sym typeface="Inter"/>
              </a:rPr>
              <a:t>Text</a:t>
            </a:r>
            <a:endParaRPr b="1" sz="1600">
              <a:solidFill>
                <a:srgbClr val="1B4D20"/>
              </a:solidFill>
              <a:latin typeface="Inter"/>
              <a:ea typeface="Inter"/>
              <a:cs typeface="Inter"/>
              <a:sym typeface="Inter"/>
            </a:endParaRPr>
          </a:p>
        </p:txBody>
      </p:sp>
      <p:sp>
        <p:nvSpPr>
          <p:cNvPr id="267" name="Google Shape;267;p24"/>
          <p:cNvSpPr txBox="1"/>
          <p:nvPr/>
        </p:nvSpPr>
        <p:spPr>
          <a:xfrm>
            <a:off x="7418925" y="1353150"/>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rgbClr val="1B4D20"/>
                </a:solidFill>
                <a:latin typeface="Inter"/>
                <a:ea typeface="Inter"/>
                <a:cs typeface="Inter"/>
                <a:sym typeface="Inter"/>
              </a:rPr>
              <a:t>Text</a:t>
            </a:r>
            <a:endParaRPr b="1" sz="1600">
              <a:solidFill>
                <a:srgbClr val="1B4D20"/>
              </a:solidFill>
              <a:latin typeface="Inter"/>
              <a:ea typeface="Inter"/>
              <a:cs typeface="Inter"/>
              <a:sym typeface="Inter"/>
            </a:endParaRPr>
          </a:p>
        </p:txBody>
      </p:sp>
      <p:cxnSp>
        <p:nvCxnSpPr>
          <p:cNvPr id="268" name="Google Shape;268;p24"/>
          <p:cNvCxnSpPr/>
          <p:nvPr/>
        </p:nvCxnSpPr>
        <p:spPr>
          <a:xfrm>
            <a:off x="2495013" y="1810475"/>
            <a:ext cx="2036100" cy="0"/>
          </a:xfrm>
          <a:prstGeom prst="straightConnector1">
            <a:avLst/>
          </a:prstGeom>
          <a:noFill/>
          <a:ln cap="flat" cmpd="sng" w="9525">
            <a:solidFill>
              <a:srgbClr val="1B4D20"/>
            </a:solidFill>
            <a:prstDash val="solid"/>
            <a:round/>
            <a:headEnd len="med" w="med" type="none"/>
            <a:tailEnd len="med" w="med" type="none"/>
          </a:ln>
        </p:spPr>
      </p:cxnSp>
      <p:cxnSp>
        <p:nvCxnSpPr>
          <p:cNvPr id="269" name="Google Shape;269;p24"/>
          <p:cNvCxnSpPr/>
          <p:nvPr/>
        </p:nvCxnSpPr>
        <p:spPr>
          <a:xfrm>
            <a:off x="4607625" y="1810475"/>
            <a:ext cx="2036100" cy="0"/>
          </a:xfrm>
          <a:prstGeom prst="straightConnector1">
            <a:avLst/>
          </a:prstGeom>
          <a:noFill/>
          <a:ln cap="flat" cmpd="sng" w="9525">
            <a:solidFill>
              <a:srgbClr val="1B4D20"/>
            </a:solidFill>
            <a:prstDash val="solid"/>
            <a:round/>
            <a:headEnd len="med" w="med" type="none"/>
            <a:tailEnd len="med" w="med" type="none"/>
          </a:ln>
        </p:spPr>
      </p:cxnSp>
      <p:pic>
        <p:nvPicPr>
          <p:cNvPr id="270" name="Google Shape;270;p24" title="check-mark.png"/>
          <p:cNvPicPr preferRelativeResize="0"/>
          <p:nvPr/>
        </p:nvPicPr>
        <p:blipFill>
          <a:blip r:embed="rId4">
            <a:alphaModFix/>
          </a:blip>
          <a:stretch>
            <a:fillRect/>
          </a:stretch>
        </p:blipFill>
        <p:spPr>
          <a:xfrm>
            <a:off x="3371713" y="1942825"/>
            <a:ext cx="282700" cy="282700"/>
          </a:xfrm>
          <a:prstGeom prst="rect">
            <a:avLst/>
          </a:prstGeom>
          <a:noFill/>
          <a:ln>
            <a:noFill/>
          </a:ln>
        </p:spPr>
      </p:pic>
      <p:pic>
        <p:nvPicPr>
          <p:cNvPr id="271" name="Google Shape;271;p24" title="check-mark.png"/>
          <p:cNvPicPr preferRelativeResize="0"/>
          <p:nvPr/>
        </p:nvPicPr>
        <p:blipFill>
          <a:blip r:embed="rId4">
            <a:alphaModFix/>
          </a:blip>
          <a:stretch>
            <a:fillRect/>
          </a:stretch>
        </p:blipFill>
        <p:spPr>
          <a:xfrm>
            <a:off x="5484338" y="1942825"/>
            <a:ext cx="282700" cy="282700"/>
          </a:xfrm>
          <a:prstGeom prst="rect">
            <a:avLst/>
          </a:prstGeom>
          <a:noFill/>
          <a:ln>
            <a:noFill/>
          </a:ln>
        </p:spPr>
      </p:pic>
      <p:pic>
        <p:nvPicPr>
          <p:cNvPr id="272" name="Google Shape;272;p24" title="check-mark.png"/>
          <p:cNvPicPr preferRelativeResize="0"/>
          <p:nvPr/>
        </p:nvPicPr>
        <p:blipFill>
          <a:blip r:embed="rId4">
            <a:alphaModFix/>
          </a:blip>
          <a:stretch>
            <a:fillRect/>
          </a:stretch>
        </p:blipFill>
        <p:spPr>
          <a:xfrm>
            <a:off x="7596938" y="1942825"/>
            <a:ext cx="282700" cy="282700"/>
          </a:xfrm>
          <a:prstGeom prst="rect">
            <a:avLst/>
          </a:prstGeom>
          <a:noFill/>
          <a:ln>
            <a:noFill/>
          </a:ln>
        </p:spPr>
      </p:pic>
      <p:pic>
        <p:nvPicPr>
          <p:cNvPr id="273" name="Google Shape;273;p24" title="check-mark.png"/>
          <p:cNvPicPr preferRelativeResize="0"/>
          <p:nvPr/>
        </p:nvPicPr>
        <p:blipFill>
          <a:blip r:embed="rId4">
            <a:alphaModFix/>
          </a:blip>
          <a:stretch>
            <a:fillRect/>
          </a:stretch>
        </p:blipFill>
        <p:spPr>
          <a:xfrm>
            <a:off x="5484338" y="2490225"/>
            <a:ext cx="282700" cy="282700"/>
          </a:xfrm>
          <a:prstGeom prst="rect">
            <a:avLst/>
          </a:prstGeom>
          <a:noFill/>
          <a:ln>
            <a:noFill/>
          </a:ln>
        </p:spPr>
      </p:pic>
      <p:pic>
        <p:nvPicPr>
          <p:cNvPr id="274" name="Google Shape;274;p24" title="check-mark.png"/>
          <p:cNvPicPr preferRelativeResize="0"/>
          <p:nvPr/>
        </p:nvPicPr>
        <p:blipFill>
          <a:blip r:embed="rId4">
            <a:alphaModFix/>
          </a:blip>
          <a:stretch>
            <a:fillRect/>
          </a:stretch>
        </p:blipFill>
        <p:spPr>
          <a:xfrm>
            <a:off x="7596938" y="2490225"/>
            <a:ext cx="282700" cy="282700"/>
          </a:xfrm>
          <a:prstGeom prst="rect">
            <a:avLst/>
          </a:prstGeom>
          <a:noFill/>
          <a:ln>
            <a:noFill/>
          </a:ln>
        </p:spPr>
      </p:pic>
      <p:pic>
        <p:nvPicPr>
          <p:cNvPr id="275" name="Google Shape;275;p24" title="check-mark.png"/>
          <p:cNvPicPr preferRelativeResize="0"/>
          <p:nvPr/>
        </p:nvPicPr>
        <p:blipFill>
          <a:blip r:embed="rId4">
            <a:alphaModFix/>
          </a:blip>
          <a:stretch>
            <a:fillRect/>
          </a:stretch>
        </p:blipFill>
        <p:spPr>
          <a:xfrm>
            <a:off x="3371713" y="3659825"/>
            <a:ext cx="282700" cy="282700"/>
          </a:xfrm>
          <a:prstGeom prst="rect">
            <a:avLst/>
          </a:prstGeom>
          <a:noFill/>
          <a:ln>
            <a:noFill/>
          </a:ln>
        </p:spPr>
      </p:pic>
      <p:pic>
        <p:nvPicPr>
          <p:cNvPr id="276" name="Google Shape;276;p24" title="check-mark.png"/>
          <p:cNvPicPr preferRelativeResize="0"/>
          <p:nvPr/>
        </p:nvPicPr>
        <p:blipFill>
          <a:blip r:embed="rId4">
            <a:alphaModFix/>
          </a:blip>
          <a:stretch>
            <a:fillRect/>
          </a:stretch>
        </p:blipFill>
        <p:spPr>
          <a:xfrm>
            <a:off x="5484338" y="3089387"/>
            <a:ext cx="282700" cy="282700"/>
          </a:xfrm>
          <a:prstGeom prst="rect">
            <a:avLst/>
          </a:prstGeom>
          <a:noFill/>
          <a:ln>
            <a:noFill/>
          </a:ln>
        </p:spPr>
      </p:pic>
      <p:pic>
        <p:nvPicPr>
          <p:cNvPr id="277" name="Google Shape;277;p24" title="check-mark.png"/>
          <p:cNvPicPr preferRelativeResize="0"/>
          <p:nvPr/>
        </p:nvPicPr>
        <p:blipFill>
          <a:blip r:embed="rId4">
            <a:alphaModFix/>
          </a:blip>
          <a:stretch>
            <a:fillRect/>
          </a:stretch>
        </p:blipFill>
        <p:spPr>
          <a:xfrm>
            <a:off x="5484338" y="4224575"/>
            <a:ext cx="282700" cy="282700"/>
          </a:xfrm>
          <a:prstGeom prst="rect">
            <a:avLst/>
          </a:prstGeom>
          <a:noFill/>
          <a:ln>
            <a:noFill/>
          </a:ln>
        </p:spPr>
      </p:pic>
      <p:sp>
        <p:nvSpPr>
          <p:cNvPr id="278" name="Google Shape;278;p24"/>
          <p:cNvSpPr txBox="1"/>
          <p:nvPr/>
        </p:nvSpPr>
        <p:spPr>
          <a:xfrm>
            <a:off x="1045369" y="1813719"/>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a:ea typeface="Inter"/>
                <a:cs typeface="Inter"/>
                <a:sym typeface="Inter"/>
              </a:rPr>
              <a:t>Text</a:t>
            </a:r>
            <a:endParaRPr b="1" sz="1600">
              <a:solidFill>
                <a:schemeClr val="lt1"/>
              </a:solidFill>
              <a:latin typeface="Inter"/>
              <a:ea typeface="Inter"/>
              <a:cs typeface="Inter"/>
              <a:sym typeface="Inter"/>
            </a:endParaRPr>
          </a:p>
        </p:txBody>
      </p:sp>
      <p:sp>
        <p:nvSpPr>
          <p:cNvPr id="279" name="Google Shape;279;p24"/>
          <p:cNvSpPr txBox="1"/>
          <p:nvPr/>
        </p:nvSpPr>
        <p:spPr>
          <a:xfrm>
            <a:off x="1045369" y="2432669"/>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a:ea typeface="Inter"/>
                <a:cs typeface="Inter"/>
                <a:sym typeface="Inter"/>
              </a:rPr>
              <a:t>Text</a:t>
            </a:r>
            <a:endParaRPr b="1" sz="1600">
              <a:solidFill>
                <a:schemeClr val="lt1"/>
              </a:solidFill>
              <a:latin typeface="Inter"/>
              <a:ea typeface="Inter"/>
              <a:cs typeface="Inter"/>
              <a:sym typeface="Inter"/>
            </a:endParaRPr>
          </a:p>
        </p:txBody>
      </p:sp>
      <p:sp>
        <p:nvSpPr>
          <p:cNvPr id="280" name="Google Shape;280;p24"/>
          <p:cNvSpPr txBox="1"/>
          <p:nvPr/>
        </p:nvSpPr>
        <p:spPr>
          <a:xfrm>
            <a:off x="1045369" y="3003119"/>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a:ea typeface="Inter"/>
                <a:cs typeface="Inter"/>
                <a:sym typeface="Inter"/>
              </a:rPr>
              <a:t>Text</a:t>
            </a:r>
            <a:endParaRPr b="1" sz="1600">
              <a:solidFill>
                <a:schemeClr val="lt1"/>
              </a:solidFill>
              <a:latin typeface="Inter"/>
              <a:ea typeface="Inter"/>
              <a:cs typeface="Inter"/>
              <a:sym typeface="Inter"/>
            </a:endParaRPr>
          </a:p>
        </p:txBody>
      </p:sp>
      <p:sp>
        <p:nvSpPr>
          <p:cNvPr id="281" name="Google Shape;281;p24"/>
          <p:cNvSpPr txBox="1"/>
          <p:nvPr/>
        </p:nvSpPr>
        <p:spPr>
          <a:xfrm>
            <a:off x="1045369" y="3602269"/>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a:ea typeface="Inter"/>
                <a:cs typeface="Inter"/>
                <a:sym typeface="Inter"/>
              </a:rPr>
              <a:t>Text</a:t>
            </a:r>
            <a:endParaRPr b="1" sz="1600">
              <a:solidFill>
                <a:schemeClr val="lt1"/>
              </a:solidFill>
              <a:latin typeface="Inter"/>
              <a:ea typeface="Inter"/>
              <a:cs typeface="Inter"/>
              <a:sym typeface="Inter"/>
            </a:endParaRPr>
          </a:p>
        </p:txBody>
      </p:sp>
      <p:sp>
        <p:nvSpPr>
          <p:cNvPr id="282" name="Google Shape;282;p24"/>
          <p:cNvSpPr txBox="1"/>
          <p:nvPr/>
        </p:nvSpPr>
        <p:spPr>
          <a:xfrm>
            <a:off x="1045369" y="4207119"/>
            <a:ext cx="6387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1"/>
                </a:solidFill>
                <a:latin typeface="Inter"/>
                <a:ea typeface="Inter"/>
                <a:cs typeface="Inter"/>
                <a:sym typeface="Inter"/>
              </a:rPr>
              <a:t>Text</a:t>
            </a:r>
            <a:endParaRPr b="1" sz="1600">
              <a:solidFill>
                <a:schemeClr val="lt1"/>
              </a:solidFill>
              <a:latin typeface="Inter"/>
              <a:ea typeface="Inter"/>
              <a:cs typeface="Inter"/>
              <a:sym typeface="Inter"/>
            </a:endParaRPr>
          </a:p>
        </p:txBody>
      </p:sp>
      <p:cxnSp>
        <p:nvCxnSpPr>
          <p:cNvPr id="283" name="Google Shape;283;p24"/>
          <p:cNvCxnSpPr/>
          <p:nvPr/>
        </p:nvCxnSpPr>
        <p:spPr>
          <a:xfrm>
            <a:off x="378825" y="2357875"/>
            <a:ext cx="2046900" cy="0"/>
          </a:xfrm>
          <a:prstGeom prst="straightConnector1">
            <a:avLst/>
          </a:prstGeom>
          <a:noFill/>
          <a:ln cap="flat" cmpd="sng" w="9525">
            <a:solidFill>
              <a:schemeClr val="lt1"/>
            </a:solidFill>
            <a:prstDash val="dot"/>
            <a:round/>
            <a:headEnd len="med" w="med" type="none"/>
            <a:tailEnd len="med" w="med" type="none"/>
          </a:ln>
        </p:spPr>
      </p:cxnSp>
      <p:cxnSp>
        <p:nvCxnSpPr>
          <p:cNvPr id="284" name="Google Shape;284;p24"/>
          <p:cNvCxnSpPr/>
          <p:nvPr/>
        </p:nvCxnSpPr>
        <p:spPr>
          <a:xfrm>
            <a:off x="378825" y="2905300"/>
            <a:ext cx="2046900" cy="0"/>
          </a:xfrm>
          <a:prstGeom prst="straightConnector1">
            <a:avLst/>
          </a:prstGeom>
          <a:noFill/>
          <a:ln cap="flat" cmpd="sng" w="9525">
            <a:solidFill>
              <a:schemeClr val="lt1"/>
            </a:solidFill>
            <a:prstDash val="dot"/>
            <a:round/>
            <a:headEnd len="med" w="med" type="none"/>
            <a:tailEnd len="med" w="med" type="none"/>
          </a:ln>
        </p:spPr>
      </p:cxnSp>
      <p:cxnSp>
        <p:nvCxnSpPr>
          <p:cNvPr id="285" name="Google Shape;285;p24"/>
          <p:cNvCxnSpPr/>
          <p:nvPr/>
        </p:nvCxnSpPr>
        <p:spPr>
          <a:xfrm>
            <a:off x="378825" y="3498750"/>
            <a:ext cx="2046900" cy="0"/>
          </a:xfrm>
          <a:prstGeom prst="straightConnector1">
            <a:avLst/>
          </a:prstGeom>
          <a:noFill/>
          <a:ln cap="flat" cmpd="sng" w="9525">
            <a:solidFill>
              <a:schemeClr val="lt1"/>
            </a:solidFill>
            <a:prstDash val="dot"/>
            <a:round/>
            <a:headEnd len="med" w="med" type="none"/>
            <a:tailEnd len="med" w="med" type="none"/>
          </a:ln>
        </p:spPr>
      </p:cxnSp>
      <p:cxnSp>
        <p:nvCxnSpPr>
          <p:cNvPr id="286" name="Google Shape;286;p24"/>
          <p:cNvCxnSpPr/>
          <p:nvPr/>
        </p:nvCxnSpPr>
        <p:spPr>
          <a:xfrm>
            <a:off x="378825" y="4103600"/>
            <a:ext cx="2046900" cy="0"/>
          </a:xfrm>
          <a:prstGeom prst="straightConnector1">
            <a:avLst/>
          </a:prstGeom>
          <a:noFill/>
          <a:ln cap="flat" cmpd="sng" w="9525">
            <a:solidFill>
              <a:schemeClr val="lt1"/>
            </a:solidFill>
            <a:prstDash val="dot"/>
            <a:round/>
            <a:headEnd len="med" w="med" type="none"/>
            <a:tailEnd len="med" w="med" type="none"/>
          </a:ln>
        </p:spPr>
      </p:cxnSp>
      <p:cxnSp>
        <p:nvCxnSpPr>
          <p:cNvPr id="287" name="Google Shape;287;p24"/>
          <p:cNvCxnSpPr/>
          <p:nvPr/>
        </p:nvCxnSpPr>
        <p:spPr>
          <a:xfrm>
            <a:off x="378825" y="1808025"/>
            <a:ext cx="2046900" cy="0"/>
          </a:xfrm>
          <a:prstGeom prst="straightConnector1">
            <a:avLst/>
          </a:prstGeom>
          <a:noFill/>
          <a:ln cap="flat" cmpd="sng" w="9525">
            <a:solidFill>
              <a:schemeClr val="lt1"/>
            </a:solidFill>
            <a:prstDash val="dot"/>
            <a:round/>
            <a:headEnd len="med" w="med" type="none"/>
            <a:tailEnd len="med" w="med" type="none"/>
          </a:ln>
        </p:spPr>
      </p:cxnSp>
      <p:sp>
        <p:nvSpPr>
          <p:cNvPr id="288" name="Google Shape;288;p24"/>
          <p:cNvSpPr txBox="1"/>
          <p:nvPr/>
        </p:nvSpPr>
        <p:spPr>
          <a:xfrm>
            <a:off x="310450" y="585438"/>
            <a:ext cx="3810300" cy="76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2100">
                <a:solidFill>
                  <a:srgbClr val="058441"/>
                </a:solidFill>
                <a:latin typeface="Inter"/>
                <a:ea typeface="Inter"/>
                <a:cs typeface="Inter"/>
                <a:sym typeface="Inter"/>
              </a:rPr>
              <a:t>Insert Title Here</a:t>
            </a:r>
            <a:endParaRPr b="1" sz="2100">
              <a:solidFill>
                <a:srgbClr val="058441"/>
              </a:solidFill>
              <a:latin typeface="Inter"/>
              <a:ea typeface="Inter"/>
              <a:cs typeface="Inter"/>
              <a:sym typeface="Inter"/>
            </a:endParaRPr>
          </a:p>
        </p:txBody>
      </p:sp>
      <p:sp>
        <p:nvSpPr>
          <p:cNvPr id="289" name="Google Shape;289;p24"/>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25" title="scenic-view-worker-rice-field.jpg"/>
          <p:cNvPicPr preferRelativeResize="0"/>
          <p:nvPr/>
        </p:nvPicPr>
        <p:blipFill rotWithShape="1">
          <a:blip r:embed="rId3">
            <a:alphaModFix/>
          </a:blip>
          <a:srcRect b="14973" l="0" r="0" t="0"/>
          <a:stretch/>
        </p:blipFill>
        <p:spPr>
          <a:xfrm>
            <a:off x="0" y="0"/>
            <a:ext cx="9144003" cy="5189399"/>
          </a:xfrm>
          <a:prstGeom prst="rect">
            <a:avLst/>
          </a:prstGeom>
          <a:noFill/>
          <a:ln>
            <a:noFill/>
          </a:ln>
        </p:spPr>
      </p:pic>
      <p:sp>
        <p:nvSpPr>
          <p:cNvPr id="295" name="Google Shape;295;p25"/>
          <p:cNvSpPr/>
          <p:nvPr/>
        </p:nvSpPr>
        <p:spPr>
          <a:xfrm>
            <a:off x="-10948" y="0"/>
            <a:ext cx="9170700" cy="5189400"/>
          </a:xfrm>
          <a:prstGeom prst="rect">
            <a:avLst/>
          </a:prstGeom>
          <a:gradFill>
            <a:gsLst>
              <a:gs pos="0">
                <a:srgbClr val="EEEEEE">
                  <a:alpha val="44313"/>
                </a:srgbClr>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25"/>
          <p:cNvSpPr txBox="1"/>
          <p:nvPr/>
        </p:nvSpPr>
        <p:spPr>
          <a:xfrm>
            <a:off x="273750" y="3696825"/>
            <a:ext cx="8596500" cy="9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5000">
                <a:solidFill>
                  <a:schemeClr val="lt1"/>
                </a:solidFill>
                <a:latin typeface="Inter"/>
                <a:ea typeface="Inter"/>
                <a:cs typeface="Inter"/>
                <a:sym typeface="Inter"/>
              </a:rPr>
              <a:t>Photos and Text</a:t>
            </a:r>
            <a:endParaRPr b="1" sz="5000">
              <a:solidFill>
                <a:schemeClr val="lt1"/>
              </a:solidFill>
              <a:latin typeface="Inter"/>
              <a:ea typeface="Inter"/>
              <a:cs typeface="Inter"/>
              <a:sym typeface="Inter"/>
            </a:endParaRPr>
          </a:p>
        </p:txBody>
      </p:sp>
      <p:sp>
        <p:nvSpPr>
          <p:cNvPr id="297" name="Google Shape;297;p25"/>
          <p:cNvSpPr txBox="1"/>
          <p:nvPr/>
        </p:nvSpPr>
        <p:spPr>
          <a:xfrm>
            <a:off x="273750" y="4481925"/>
            <a:ext cx="8596500" cy="39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2500">
                <a:solidFill>
                  <a:schemeClr val="lt1"/>
                </a:solidFill>
                <a:latin typeface="Inter"/>
                <a:ea typeface="Inter"/>
                <a:cs typeface="Inter"/>
                <a:sym typeface="Inter"/>
              </a:rPr>
              <a:t>Subtitle Text Insert Here</a:t>
            </a:r>
            <a:endParaRPr i="1" sz="2500">
              <a:solidFill>
                <a:schemeClr val="lt1"/>
              </a:solidFill>
              <a:latin typeface="Inter"/>
              <a:ea typeface="Inter"/>
              <a:cs typeface="Inter"/>
              <a:sym typeface="Inter"/>
            </a:endParaRPr>
          </a:p>
        </p:txBody>
      </p:sp>
      <p:pic>
        <p:nvPicPr>
          <p:cNvPr id="298" name="Google Shape;298;p25" title="LEADS Agri Logo - With Tagline - WHITE.png"/>
          <p:cNvPicPr preferRelativeResize="0"/>
          <p:nvPr/>
        </p:nvPicPr>
        <p:blipFill>
          <a:blip r:embed="rId4">
            <a:alphaModFix/>
          </a:blip>
          <a:stretch>
            <a:fillRect/>
          </a:stretch>
        </p:blipFill>
        <p:spPr>
          <a:xfrm>
            <a:off x="360575" y="391801"/>
            <a:ext cx="1666724" cy="469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6"/>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04" name="Google Shape;304;p26"/>
          <p:cNvPicPr preferRelativeResize="0"/>
          <p:nvPr/>
        </p:nvPicPr>
        <p:blipFill rotWithShape="1">
          <a:blip r:embed="rId3">
            <a:alphaModFix/>
          </a:blip>
          <a:srcRect b="27931" l="0" r="0" t="34676"/>
          <a:stretch/>
        </p:blipFill>
        <p:spPr>
          <a:xfrm>
            <a:off x="0" y="0"/>
            <a:ext cx="9144000" cy="2571749"/>
          </a:xfrm>
          <a:prstGeom prst="rect">
            <a:avLst/>
          </a:prstGeom>
          <a:noFill/>
          <a:ln>
            <a:noFill/>
          </a:ln>
        </p:spPr>
      </p:pic>
      <p:pic>
        <p:nvPicPr>
          <p:cNvPr id="305" name="Google Shape;305;p26" title="LEADS Agri Logo - With Tagline copy.png"/>
          <p:cNvPicPr preferRelativeResize="0"/>
          <p:nvPr/>
        </p:nvPicPr>
        <p:blipFill>
          <a:blip r:embed="rId4">
            <a:alphaModFix/>
          </a:blip>
          <a:stretch>
            <a:fillRect/>
          </a:stretch>
        </p:blipFill>
        <p:spPr>
          <a:xfrm>
            <a:off x="375192" y="324232"/>
            <a:ext cx="1003448" cy="282700"/>
          </a:xfrm>
          <a:prstGeom prst="rect">
            <a:avLst/>
          </a:prstGeom>
          <a:noFill/>
          <a:ln>
            <a:noFill/>
          </a:ln>
        </p:spPr>
      </p:pic>
      <p:sp>
        <p:nvSpPr>
          <p:cNvPr id="306" name="Google Shape;306;p26"/>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307" name="Google Shape;307;p26"/>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308" name="Google Shape;308;p26"/>
          <p:cNvSpPr txBox="1"/>
          <p:nvPr/>
        </p:nvSpPr>
        <p:spPr>
          <a:xfrm>
            <a:off x="291950" y="3422988"/>
            <a:ext cx="3810300" cy="76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2800">
                <a:solidFill>
                  <a:srgbClr val="058441"/>
                </a:solidFill>
                <a:latin typeface="Inter"/>
                <a:ea typeface="Inter"/>
                <a:cs typeface="Inter"/>
                <a:sym typeface="Inter"/>
              </a:rPr>
              <a:t>Insert Title Here</a:t>
            </a:r>
            <a:endParaRPr b="1" sz="2800">
              <a:solidFill>
                <a:srgbClr val="058441"/>
              </a:solidFill>
              <a:latin typeface="Inter"/>
              <a:ea typeface="Inter"/>
              <a:cs typeface="Inter"/>
              <a:sym typeface="Inter"/>
            </a:endParaRPr>
          </a:p>
        </p:txBody>
      </p:sp>
      <p:sp>
        <p:nvSpPr>
          <p:cNvPr id="309" name="Google Shape;309;p26"/>
          <p:cNvSpPr txBox="1"/>
          <p:nvPr/>
        </p:nvSpPr>
        <p:spPr>
          <a:xfrm>
            <a:off x="3898775" y="3139975"/>
            <a:ext cx="4721400" cy="72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Pellentesque ex ligula, laoreet sit amet sem eget, faucibus pulvinar ipsum. Mauris at justo et diam egestas gravida. Pellentesque lobortis posuere mauris eu lacinia.</a:t>
            </a:r>
            <a:endParaRPr sz="1600">
              <a:solidFill>
                <a:srgbClr val="058441"/>
              </a:solidFill>
            </a:endParaRPr>
          </a:p>
        </p:txBody>
      </p:sp>
      <p:sp>
        <p:nvSpPr>
          <p:cNvPr id="310" name="Google Shape;310;p26"/>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16" name="Google Shape;316;p27"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pic>
        <p:nvPicPr>
          <p:cNvPr id="317" name="Google Shape;317;p27"/>
          <p:cNvPicPr preferRelativeResize="0"/>
          <p:nvPr/>
        </p:nvPicPr>
        <p:blipFill rotWithShape="1">
          <a:blip r:embed="rId4">
            <a:alphaModFix/>
          </a:blip>
          <a:srcRect b="9739" l="0" r="0" t="0"/>
          <a:stretch/>
        </p:blipFill>
        <p:spPr>
          <a:xfrm>
            <a:off x="4873250" y="0"/>
            <a:ext cx="4270900" cy="5143500"/>
          </a:xfrm>
          <a:prstGeom prst="rect">
            <a:avLst/>
          </a:prstGeom>
          <a:noFill/>
          <a:ln>
            <a:noFill/>
          </a:ln>
        </p:spPr>
      </p:pic>
      <p:sp>
        <p:nvSpPr>
          <p:cNvPr id="318" name="Google Shape;318;p27"/>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319" name="Google Shape;319;p27"/>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320" name="Google Shape;320;p27"/>
          <p:cNvSpPr txBox="1"/>
          <p:nvPr/>
        </p:nvSpPr>
        <p:spPr>
          <a:xfrm>
            <a:off x="337025" y="1055200"/>
            <a:ext cx="3810300" cy="119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4200">
                <a:solidFill>
                  <a:srgbClr val="058441"/>
                </a:solidFill>
                <a:latin typeface="Inter"/>
                <a:ea typeface="Inter"/>
                <a:cs typeface="Inter"/>
                <a:sym typeface="Inter"/>
              </a:rPr>
              <a:t>Insert Title Here</a:t>
            </a:r>
            <a:endParaRPr b="1" sz="4200">
              <a:solidFill>
                <a:srgbClr val="058441"/>
              </a:solidFill>
              <a:latin typeface="Inter"/>
              <a:ea typeface="Inter"/>
              <a:cs typeface="Inter"/>
              <a:sym typeface="Inter"/>
            </a:endParaRPr>
          </a:p>
        </p:txBody>
      </p:sp>
      <p:sp>
        <p:nvSpPr>
          <p:cNvPr id="321" name="Google Shape;321;p27"/>
          <p:cNvSpPr txBox="1"/>
          <p:nvPr/>
        </p:nvSpPr>
        <p:spPr>
          <a:xfrm>
            <a:off x="337025" y="2595231"/>
            <a:ext cx="3621000" cy="192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Pellentesque ex ligula, laoreet sit amet sem eget, faucibus pulvinar ipsum. Mauris at justo et diam egestas gravida. Pellentesque lobortis posuere mauris eu lacinia.</a:t>
            </a:r>
            <a:endParaRPr sz="1600">
              <a:solidFill>
                <a:srgbClr val="05844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8"/>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27" name="Google Shape;327;p28"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cxnSp>
        <p:nvCxnSpPr>
          <p:cNvPr id="328" name="Google Shape;328;p28"/>
          <p:cNvCxnSpPr/>
          <p:nvPr/>
        </p:nvCxnSpPr>
        <p:spPr>
          <a:xfrm>
            <a:off x="472388" y="-2850"/>
            <a:ext cx="0" cy="5149200"/>
          </a:xfrm>
          <a:prstGeom prst="straightConnector1">
            <a:avLst/>
          </a:prstGeom>
          <a:noFill/>
          <a:ln cap="flat" cmpd="sng" w="9525">
            <a:solidFill>
              <a:srgbClr val="EFEFEF"/>
            </a:solidFill>
            <a:prstDash val="solid"/>
            <a:round/>
            <a:headEnd len="med" w="med" type="none"/>
            <a:tailEnd len="med" w="med" type="none"/>
          </a:ln>
        </p:spPr>
      </p:cxnSp>
      <p:sp>
        <p:nvSpPr>
          <p:cNvPr id="329" name="Google Shape;329;p28"/>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330" name="Google Shape;330;p28"/>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cxnSp>
        <p:nvCxnSpPr>
          <p:cNvPr id="331" name="Google Shape;331;p28"/>
          <p:cNvCxnSpPr/>
          <p:nvPr/>
        </p:nvCxnSpPr>
        <p:spPr>
          <a:xfrm>
            <a:off x="469725" y="1031575"/>
            <a:ext cx="0" cy="3699300"/>
          </a:xfrm>
          <a:prstGeom prst="straightConnector1">
            <a:avLst/>
          </a:prstGeom>
          <a:noFill/>
          <a:ln cap="flat" cmpd="sng" w="8850">
            <a:solidFill>
              <a:srgbClr val="058441"/>
            </a:solidFill>
            <a:prstDash val="solid"/>
            <a:round/>
            <a:headEnd len="med" w="med" type="none"/>
            <a:tailEnd len="med" w="med" type="none"/>
          </a:ln>
        </p:spPr>
      </p:cxnSp>
      <p:pic>
        <p:nvPicPr>
          <p:cNvPr id="332" name="Google Shape;332;p28"/>
          <p:cNvPicPr preferRelativeResize="0"/>
          <p:nvPr/>
        </p:nvPicPr>
        <p:blipFill rotWithShape="1">
          <a:blip r:embed="rId4">
            <a:alphaModFix/>
          </a:blip>
          <a:srcRect b="0" l="0" r="18073" t="0"/>
          <a:stretch/>
        </p:blipFill>
        <p:spPr>
          <a:xfrm>
            <a:off x="469731" y="1033840"/>
            <a:ext cx="2048392" cy="1879597"/>
          </a:xfrm>
          <a:prstGeom prst="rect">
            <a:avLst/>
          </a:prstGeom>
          <a:noFill/>
          <a:ln>
            <a:noFill/>
          </a:ln>
        </p:spPr>
      </p:pic>
      <p:sp>
        <p:nvSpPr>
          <p:cNvPr id="333" name="Google Shape;333;p28"/>
          <p:cNvSpPr txBox="1"/>
          <p:nvPr/>
        </p:nvSpPr>
        <p:spPr>
          <a:xfrm>
            <a:off x="622390" y="2971493"/>
            <a:ext cx="1555800" cy="454800"/>
          </a:xfrm>
          <a:prstGeom prst="rect">
            <a:avLst/>
          </a:prstGeom>
          <a:noFill/>
          <a:ln>
            <a:noFill/>
          </a:ln>
        </p:spPr>
        <p:txBody>
          <a:bodyPr anchorCtr="0" anchor="t" bIns="85000" lIns="85000" spcFirstLastPara="1" rIns="85000" wrap="square" tIns="85000">
            <a:spAutoFit/>
          </a:bodyPr>
          <a:lstStyle/>
          <a:p>
            <a:pPr indent="0" lvl="0" marL="0" rtl="0" algn="l">
              <a:spcBef>
                <a:spcPts val="0"/>
              </a:spcBef>
              <a:spcAft>
                <a:spcPts val="0"/>
              </a:spcAft>
              <a:buNone/>
            </a:pPr>
            <a:r>
              <a:rPr b="1" lang="en" sz="1839">
                <a:solidFill>
                  <a:srgbClr val="058441"/>
                </a:solidFill>
                <a:latin typeface="Inter"/>
                <a:ea typeface="Inter"/>
                <a:cs typeface="Inter"/>
                <a:sym typeface="Inter"/>
              </a:rPr>
              <a:t>1</a:t>
            </a:r>
            <a:endParaRPr b="1" sz="2118">
              <a:solidFill>
                <a:srgbClr val="058441"/>
              </a:solidFill>
              <a:latin typeface="Inter"/>
              <a:ea typeface="Inter"/>
              <a:cs typeface="Inter"/>
              <a:sym typeface="Inter"/>
            </a:endParaRPr>
          </a:p>
        </p:txBody>
      </p:sp>
      <p:cxnSp>
        <p:nvCxnSpPr>
          <p:cNvPr id="334" name="Google Shape;334;p28"/>
          <p:cNvCxnSpPr/>
          <p:nvPr/>
        </p:nvCxnSpPr>
        <p:spPr>
          <a:xfrm>
            <a:off x="2547491" y="1034073"/>
            <a:ext cx="0" cy="3699300"/>
          </a:xfrm>
          <a:prstGeom prst="straightConnector1">
            <a:avLst/>
          </a:prstGeom>
          <a:noFill/>
          <a:ln cap="flat" cmpd="sng" w="8850">
            <a:solidFill>
              <a:srgbClr val="058441"/>
            </a:solidFill>
            <a:prstDash val="solid"/>
            <a:round/>
            <a:headEnd len="med" w="med" type="none"/>
            <a:tailEnd len="med" w="med" type="none"/>
          </a:ln>
        </p:spPr>
      </p:cxnSp>
      <p:sp>
        <p:nvSpPr>
          <p:cNvPr id="335" name="Google Shape;335;p28"/>
          <p:cNvSpPr txBox="1"/>
          <p:nvPr/>
        </p:nvSpPr>
        <p:spPr>
          <a:xfrm>
            <a:off x="2700151" y="2974142"/>
            <a:ext cx="1555800" cy="454800"/>
          </a:xfrm>
          <a:prstGeom prst="rect">
            <a:avLst/>
          </a:prstGeom>
          <a:noFill/>
          <a:ln>
            <a:noFill/>
          </a:ln>
        </p:spPr>
        <p:txBody>
          <a:bodyPr anchorCtr="0" anchor="t" bIns="85000" lIns="85000" spcFirstLastPara="1" rIns="85000" wrap="square" tIns="85000">
            <a:spAutoFit/>
          </a:bodyPr>
          <a:lstStyle/>
          <a:p>
            <a:pPr indent="0" lvl="0" marL="0" rtl="0" algn="l">
              <a:spcBef>
                <a:spcPts val="0"/>
              </a:spcBef>
              <a:spcAft>
                <a:spcPts val="0"/>
              </a:spcAft>
              <a:buNone/>
            </a:pPr>
            <a:r>
              <a:rPr b="1" lang="en" sz="1839">
                <a:solidFill>
                  <a:srgbClr val="058441"/>
                </a:solidFill>
                <a:latin typeface="Inter"/>
                <a:ea typeface="Inter"/>
                <a:cs typeface="Inter"/>
                <a:sym typeface="Inter"/>
              </a:rPr>
              <a:t>2</a:t>
            </a:r>
            <a:endParaRPr b="1" sz="2118">
              <a:solidFill>
                <a:srgbClr val="058441"/>
              </a:solidFill>
              <a:latin typeface="Inter"/>
              <a:ea typeface="Inter"/>
              <a:cs typeface="Inter"/>
              <a:sym typeface="Inter"/>
            </a:endParaRPr>
          </a:p>
        </p:txBody>
      </p:sp>
      <p:pic>
        <p:nvPicPr>
          <p:cNvPr id="336" name="Google Shape;336;p28"/>
          <p:cNvPicPr preferRelativeResize="0"/>
          <p:nvPr/>
        </p:nvPicPr>
        <p:blipFill rotWithShape="1">
          <a:blip r:embed="rId5">
            <a:alphaModFix/>
          </a:blip>
          <a:srcRect b="0" l="5792" r="12280" t="0"/>
          <a:stretch/>
        </p:blipFill>
        <p:spPr>
          <a:xfrm>
            <a:off x="2547501" y="1033840"/>
            <a:ext cx="2048396" cy="1880737"/>
          </a:xfrm>
          <a:prstGeom prst="rect">
            <a:avLst/>
          </a:prstGeom>
          <a:noFill/>
          <a:ln>
            <a:noFill/>
          </a:ln>
        </p:spPr>
      </p:pic>
      <p:cxnSp>
        <p:nvCxnSpPr>
          <p:cNvPr id="337" name="Google Shape;337;p28"/>
          <p:cNvCxnSpPr/>
          <p:nvPr/>
        </p:nvCxnSpPr>
        <p:spPr>
          <a:xfrm>
            <a:off x="4625291" y="1041873"/>
            <a:ext cx="0" cy="3699300"/>
          </a:xfrm>
          <a:prstGeom prst="straightConnector1">
            <a:avLst/>
          </a:prstGeom>
          <a:noFill/>
          <a:ln cap="flat" cmpd="sng" w="8850">
            <a:solidFill>
              <a:srgbClr val="058441"/>
            </a:solidFill>
            <a:prstDash val="solid"/>
            <a:round/>
            <a:headEnd len="med" w="med" type="none"/>
            <a:tailEnd len="med" w="med" type="none"/>
          </a:ln>
        </p:spPr>
      </p:cxnSp>
      <p:sp>
        <p:nvSpPr>
          <p:cNvPr id="338" name="Google Shape;338;p28"/>
          <p:cNvSpPr txBox="1"/>
          <p:nvPr/>
        </p:nvSpPr>
        <p:spPr>
          <a:xfrm>
            <a:off x="4877392" y="3014631"/>
            <a:ext cx="1043100" cy="454800"/>
          </a:xfrm>
          <a:prstGeom prst="rect">
            <a:avLst/>
          </a:prstGeom>
          <a:noFill/>
          <a:ln>
            <a:noFill/>
          </a:ln>
        </p:spPr>
        <p:txBody>
          <a:bodyPr anchorCtr="0" anchor="t" bIns="85000" lIns="85000" spcFirstLastPara="1" rIns="85000" wrap="square" tIns="85000">
            <a:spAutoFit/>
          </a:bodyPr>
          <a:lstStyle/>
          <a:p>
            <a:pPr indent="0" lvl="0" marL="0" rtl="0" algn="l">
              <a:spcBef>
                <a:spcPts val="0"/>
              </a:spcBef>
              <a:spcAft>
                <a:spcPts val="0"/>
              </a:spcAft>
              <a:buNone/>
            </a:pPr>
            <a:r>
              <a:rPr b="1" lang="en" sz="1839">
                <a:solidFill>
                  <a:srgbClr val="058441"/>
                </a:solidFill>
                <a:latin typeface="Inter"/>
                <a:ea typeface="Inter"/>
                <a:cs typeface="Inter"/>
                <a:sym typeface="Inter"/>
              </a:rPr>
              <a:t>3</a:t>
            </a:r>
            <a:endParaRPr b="1" sz="2118">
              <a:solidFill>
                <a:srgbClr val="058441"/>
              </a:solidFill>
              <a:latin typeface="Inter"/>
              <a:ea typeface="Inter"/>
              <a:cs typeface="Inter"/>
              <a:sym typeface="Inter"/>
            </a:endParaRPr>
          </a:p>
        </p:txBody>
      </p:sp>
      <p:pic>
        <p:nvPicPr>
          <p:cNvPr id="339" name="Google Shape;339;p28"/>
          <p:cNvPicPr preferRelativeResize="0"/>
          <p:nvPr/>
        </p:nvPicPr>
        <p:blipFill rotWithShape="1">
          <a:blip r:embed="rId6">
            <a:alphaModFix/>
          </a:blip>
          <a:srcRect b="19233" l="0" r="7201" t="16461"/>
          <a:stretch/>
        </p:blipFill>
        <p:spPr>
          <a:xfrm>
            <a:off x="6702556" y="1033840"/>
            <a:ext cx="2048395" cy="1886108"/>
          </a:xfrm>
          <a:prstGeom prst="rect">
            <a:avLst/>
          </a:prstGeom>
          <a:noFill/>
          <a:ln>
            <a:noFill/>
          </a:ln>
        </p:spPr>
      </p:pic>
      <p:pic>
        <p:nvPicPr>
          <p:cNvPr id="340" name="Google Shape;340;p28"/>
          <p:cNvPicPr preferRelativeResize="0"/>
          <p:nvPr/>
        </p:nvPicPr>
        <p:blipFill rotWithShape="1">
          <a:blip r:embed="rId7">
            <a:alphaModFix/>
          </a:blip>
          <a:srcRect b="7548" l="0" r="0" t="23452"/>
          <a:stretch/>
        </p:blipFill>
        <p:spPr>
          <a:xfrm>
            <a:off x="4625300" y="1033840"/>
            <a:ext cx="2048392" cy="1886106"/>
          </a:xfrm>
          <a:prstGeom prst="rect">
            <a:avLst/>
          </a:prstGeom>
          <a:noFill/>
          <a:ln>
            <a:noFill/>
          </a:ln>
        </p:spPr>
      </p:pic>
      <p:cxnSp>
        <p:nvCxnSpPr>
          <p:cNvPr id="341" name="Google Shape;341;p28"/>
          <p:cNvCxnSpPr/>
          <p:nvPr/>
        </p:nvCxnSpPr>
        <p:spPr>
          <a:xfrm>
            <a:off x="6709025" y="1032344"/>
            <a:ext cx="0" cy="3699300"/>
          </a:xfrm>
          <a:prstGeom prst="straightConnector1">
            <a:avLst/>
          </a:prstGeom>
          <a:noFill/>
          <a:ln cap="flat" cmpd="sng" w="8850">
            <a:solidFill>
              <a:srgbClr val="058441"/>
            </a:solidFill>
            <a:prstDash val="solid"/>
            <a:round/>
            <a:headEnd len="med" w="med" type="none"/>
            <a:tailEnd len="med" w="med" type="none"/>
          </a:ln>
        </p:spPr>
      </p:cxnSp>
      <p:sp>
        <p:nvSpPr>
          <p:cNvPr id="342" name="Google Shape;342;p28"/>
          <p:cNvSpPr txBox="1"/>
          <p:nvPr/>
        </p:nvSpPr>
        <p:spPr>
          <a:xfrm>
            <a:off x="6931093" y="3014631"/>
            <a:ext cx="1043100" cy="454800"/>
          </a:xfrm>
          <a:prstGeom prst="rect">
            <a:avLst/>
          </a:prstGeom>
          <a:noFill/>
          <a:ln>
            <a:noFill/>
          </a:ln>
        </p:spPr>
        <p:txBody>
          <a:bodyPr anchorCtr="0" anchor="t" bIns="85000" lIns="85000" spcFirstLastPara="1" rIns="85000" wrap="square" tIns="85000">
            <a:spAutoFit/>
          </a:bodyPr>
          <a:lstStyle/>
          <a:p>
            <a:pPr indent="0" lvl="0" marL="0" rtl="0" algn="l">
              <a:spcBef>
                <a:spcPts val="0"/>
              </a:spcBef>
              <a:spcAft>
                <a:spcPts val="0"/>
              </a:spcAft>
              <a:buNone/>
            </a:pPr>
            <a:r>
              <a:rPr b="1" lang="en" sz="1839">
                <a:solidFill>
                  <a:srgbClr val="058441"/>
                </a:solidFill>
                <a:latin typeface="Inter"/>
                <a:ea typeface="Inter"/>
                <a:cs typeface="Inter"/>
                <a:sym typeface="Inter"/>
              </a:rPr>
              <a:t>4</a:t>
            </a:r>
            <a:endParaRPr b="1" sz="2118">
              <a:solidFill>
                <a:srgbClr val="058441"/>
              </a:solidFill>
              <a:latin typeface="Inter"/>
              <a:ea typeface="Inter"/>
              <a:cs typeface="Inter"/>
              <a:sym typeface="Inter"/>
            </a:endParaRPr>
          </a:p>
        </p:txBody>
      </p:sp>
      <p:sp>
        <p:nvSpPr>
          <p:cNvPr id="343" name="Google Shape;343;p28"/>
          <p:cNvSpPr/>
          <p:nvPr/>
        </p:nvSpPr>
        <p:spPr>
          <a:xfrm>
            <a:off x="452200" y="4704100"/>
            <a:ext cx="37200" cy="37200"/>
          </a:xfrm>
          <a:prstGeom prst="ellipse">
            <a:avLst/>
          </a:prstGeom>
          <a:solidFill>
            <a:srgbClr val="1B4D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28"/>
          <p:cNvSpPr/>
          <p:nvPr/>
        </p:nvSpPr>
        <p:spPr>
          <a:xfrm>
            <a:off x="2528913" y="4704100"/>
            <a:ext cx="37200" cy="37200"/>
          </a:xfrm>
          <a:prstGeom prst="ellipse">
            <a:avLst/>
          </a:prstGeom>
          <a:solidFill>
            <a:srgbClr val="1B4D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5" name="Google Shape;345;p28"/>
          <p:cNvSpPr/>
          <p:nvPr/>
        </p:nvSpPr>
        <p:spPr>
          <a:xfrm>
            <a:off x="4609650" y="4704100"/>
            <a:ext cx="37200" cy="37200"/>
          </a:xfrm>
          <a:prstGeom prst="ellipse">
            <a:avLst/>
          </a:prstGeom>
          <a:solidFill>
            <a:srgbClr val="1B4D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6" name="Google Shape;346;p28"/>
          <p:cNvSpPr/>
          <p:nvPr/>
        </p:nvSpPr>
        <p:spPr>
          <a:xfrm>
            <a:off x="6690375" y="4704100"/>
            <a:ext cx="37200" cy="37200"/>
          </a:xfrm>
          <a:prstGeom prst="ellipse">
            <a:avLst/>
          </a:prstGeom>
          <a:solidFill>
            <a:srgbClr val="1B4D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8"/>
          <p:cNvSpPr txBox="1"/>
          <p:nvPr/>
        </p:nvSpPr>
        <p:spPr>
          <a:xfrm>
            <a:off x="622393" y="3523275"/>
            <a:ext cx="1481700" cy="9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348" name="Google Shape;348;p28"/>
          <p:cNvSpPr txBox="1"/>
          <p:nvPr/>
        </p:nvSpPr>
        <p:spPr>
          <a:xfrm>
            <a:off x="2700143" y="3523275"/>
            <a:ext cx="1481700" cy="9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349" name="Google Shape;349;p28"/>
          <p:cNvSpPr txBox="1"/>
          <p:nvPr/>
        </p:nvSpPr>
        <p:spPr>
          <a:xfrm>
            <a:off x="4836418" y="3523275"/>
            <a:ext cx="1481700" cy="9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
        <p:nvSpPr>
          <p:cNvPr id="350" name="Google Shape;350;p28"/>
          <p:cNvSpPr txBox="1"/>
          <p:nvPr/>
        </p:nvSpPr>
        <p:spPr>
          <a:xfrm>
            <a:off x="6931093" y="3523275"/>
            <a:ext cx="1481700" cy="9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cxnSp>
        <p:nvCxnSpPr>
          <p:cNvPr id="351" name="Google Shape;351;p28"/>
          <p:cNvCxnSpPr/>
          <p:nvPr/>
        </p:nvCxnSpPr>
        <p:spPr>
          <a:xfrm>
            <a:off x="467650" y="1033575"/>
            <a:ext cx="8290500" cy="0"/>
          </a:xfrm>
          <a:prstGeom prst="straightConnector1">
            <a:avLst/>
          </a:prstGeom>
          <a:noFill/>
          <a:ln cap="flat" cmpd="sng" w="8850">
            <a:solidFill>
              <a:srgbClr val="058441"/>
            </a:solidFill>
            <a:prstDash val="solid"/>
            <a:round/>
            <a:headEnd len="med" w="med" type="none"/>
            <a:tailEnd len="med" w="med" type="none"/>
          </a:ln>
        </p:spPr>
      </p:cxnSp>
      <p:sp>
        <p:nvSpPr>
          <p:cNvPr id="352" name="Google Shape;352;p28"/>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9"/>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8" name="Google Shape;358;p29"/>
          <p:cNvPicPr preferRelativeResize="0"/>
          <p:nvPr/>
        </p:nvPicPr>
        <p:blipFill rotWithShape="1">
          <a:blip r:embed="rId3">
            <a:alphaModFix/>
          </a:blip>
          <a:srcRect b="9739" l="19801" r="0" t="0"/>
          <a:stretch/>
        </p:blipFill>
        <p:spPr>
          <a:xfrm>
            <a:off x="5719150" y="0"/>
            <a:ext cx="3424999" cy="5143500"/>
          </a:xfrm>
          <a:prstGeom prst="rect">
            <a:avLst/>
          </a:prstGeom>
          <a:noFill/>
          <a:ln>
            <a:noFill/>
          </a:ln>
        </p:spPr>
      </p:pic>
      <p:pic>
        <p:nvPicPr>
          <p:cNvPr id="359" name="Google Shape;359;p29" title="LEADS Agri Logo - With Tagline copy.png"/>
          <p:cNvPicPr preferRelativeResize="0"/>
          <p:nvPr/>
        </p:nvPicPr>
        <p:blipFill>
          <a:blip r:embed="rId4">
            <a:alphaModFix/>
          </a:blip>
          <a:stretch>
            <a:fillRect/>
          </a:stretch>
        </p:blipFill>
        <p:spPr>
          <a:xfrm>
            <a:off x="375192" y="324232"/>
            <a:ext cx="1003448" cy="282700"/>
          </a:xfrm>
          <a:prstGeom prst="rect">
            <a:avLst/>
          </a:prstGeom>
          <a:noFill/>
          <a:ln>
            <a:noFill/>
          </a:ln>
        </p:spPr>
      </p:pic>
      <p:sp>
        <p:nvSpPr>
          <p:cNvPr id="360" name="Google Shape;360;p29"/>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361" name="Google Shape;361;p29"/>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362" name="Google Shape;362;p29"/>
          <p:cNvSpPr txBox="1"/>
          <p:nvPr/>
        </p:nvSpPr>
        <p:spPr>
          <a:xfrm>
            <a:off x="414475" y="2387013"/>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Lorem ipsum dolor sit amet, consectetur adipiscing elit. </a:t>
            </a:r>
            <a:endParaRPr sz="1600">
              <a:solidFill>
                <a:schemeClr val="dk1"/>
              </a:solidFill>
            </a:endParaRPr>
          </a:p>
        </p:txBody>
      </p:sp>
      <p:sp>
        <p:nvSpPr>
          <p:cNvPr id="363" name="Google Shape;363;p29"/>
          <p:cNvSpPr txBox="1"/>
          <p:nvPr/>
        </p:nvSpPr>
        <p:spPr>
          <a:xfrm>
            <a:off x="414475" y="2097513"/>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sp>
        <p:nvSpPr>
          <p:cNvPr id="364" name="Google Shape;364;p29"/>
          <p:cNvSpPr txBox="1"/>
          <p:nvPr/>
        </p:nvSpPr>
        <p:spPr>
          <a:xfrm>
            <a:off x="328950" y="1004075"/>
            <a:ext cx="4820700" cy="78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4200">
                <a:solidFill>
                  <a:srgbClr val="058441"/>
                </a:solidFill>
                <a:latin typeface="Inter"/>
                <a:ea typeface="Inter"/>
                <a:cs typeface="Inter"/>
                <a:sym typeface="Inter"/>
              </a:rPr>
              <a:t>Insert Title Here</a:t>
            </a:r>
            <a:endParaRPr b="1" sz="4200">
              <a:solidFill>
                <a:srgbClr val="058441"/>
              </a:solidFill>
              <a:latin typeface="Inter"/>
              <a:ea typeface="Inter"/>
              <a:cs typeface="Inter"/>
              <a:sym typeface="Inter"/>
            </a:endParaRPr>
          </a:p>
        </p:txBody>
      </p:sp>
      <p:cxnSp>
        <p:nvCxnSpPr>
          <p:cNvPr id="365" name="Google Shape;365;p29"/>
          <p:cNvCxnSpPr/>
          <p:nvPr/>
        </p:nvCxnSpPr>
        <p:spPr>
          <a:xfrm>
            <a:off x="489325" y="3357150"/>
            <a:ext cx="2052900" cy="0"/>
          </a:xfrm>
          <a:prstGeom prst="straightConnector1">
            <a:avLst/>
          </a:prstGeom>
          <a:noFill/>
          <a:ln cap="flat" cmpd="sng" w="9525">
            <a:solidFill>
              <a:srgbClr val="058441"/>
            </a:solidFill>
            <a:prstDash val="solid"/>
            <a:round/>
            <a:headEnd len="med" w="med" type="none"/>
            <a:tailEnd len="med" w="med" type="none"/>
          </a:ln>
        </p:spPr>
      </p:cxnSp>
      <p:sp>
        <p:nvSpPr>
          <p:cNvPr id="366" name="Google Shape;366;p29"/>
          <p:cNvSpPr txBox="1"/>
          <p:nvPr/>
        </p:nvSpPr>
        <p:spPr>
          <a:xfrm>
            <a:off x="414475" y="3753388"/>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Lorem ipsum dolor sit amet, consectetur adipiscing elit. </a:t>
            </a:r>
            <a:endParaRPr sz="1600">
              <a:solidFill>
                <a:schemeClr val="dk1"/>
              </a:solidFill>
            </a:endParaRPr>
          </a:p>
        </p:txBody>
      </p:sp>
      <p:sp>
        <p:nvSpPr>
          <p:cNvPr id="367" name="Google Shape;367;p29"/>
          <p:cNvSpPr txBox="1"/>
          <p:nvPr/>
        </p:nvSpPr>
        <p:spPr>
          <a:xfrm>
            <a:off x="414475" y="3463888"/>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sp>
        <p:nvSpPr>
          <p:cNvPr id="368" name="Google Shape;368;p29"/>
          <p:cNvSpPr txBox="1"/>
          <p:nvPr/>
        </p:nvSpPr>
        <p:spPr>
          <a:xfrm>
            <a:off x="2868175" y="2387013"/>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Lorem ipsum dolor sit amet, consectetur adipiscing elit. </a:t>
            </a:r>
            <a:endParaRPr sz="1600">
              <a:solidFill>
                <a:schemeClr val="dk1"/>
              </a:solidFill>
            </a:endParaRPr>
          </a:p>
        </p:txBody>
      </p:sp>
      <p:sp>
        <p:nvSpPr>
          <p:cNvPr id="369" name="Google Shape;369;p29"/>
          <p:cNvSpPr txBox="1"/>
          <p:nvPr/>
        </p:nvSpPr>
        <p:spPr>
          <a:xfrm>
            <a:off x="2868175" y="2097513"/>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cxnSp>
        <p:nvCxnSpPr>
          <p:cNvPr id="370" name="Google Shape;370;p29"/>
          <p:cNvCxnSpPr/>
          <p:nvPr/>
        </p:nvCxnSpPr>
        <p:spPr>
          <a:xfrm>
            <a:off x="2943025" y="3357150"/>
            <a:ext cx="2052900" cy="0"/>
          </a:xfrm>
          <a:prstGeom prst="straightConnector1">
            <a:avLst/>
          </a:prstGeom>
          <a:noFill/>
          <a:ln cap="flat" cmpd="sng" w="9525">
            <a:solidFill>
              <a:srgbClr val="058441"/>
            </a:solidFill>
            <a:prstDash val="solid"/>
            <a:round/>
            <a:headEnd len="med" w="med" type="none"/>
            <a:tailEnd len="med" w="med" type="none"/>
          </a:ln>
        </p:spPr>
      </p:cxnSp>
      <p:sp>
        <p:nvSpPr>
          <p:cNvPr id="371" name="Google Shape;371;p29"/>
          <p:cNvSpPr txBox="1"/>
          <p:nvPr/>
        </p:nvSpPr>
        <p:spPr>
          <a:xfrm>
            <a:off x="2868175" y="3753388"/>
            <a:ext cx="2453700" cy="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Lorem ipsum dolor sit amet, consectetur adipiscing elit. </a:t>
            </a:r>
            <a:endParaRPr sz="1600">
              <a:solidFill>
                <a:schemeClr val="dk1"/>
              </a:solidFill>
            </a:endParaRPr>
          </a:p>
        </p:txBody>
      </p:sp>
      <p:sp>
        <p:nvSpPr>
          <p:cNvPr id="372" name="Google Shape;372;p29"/>
          <p:cNvSpPr txBox="1"/>
          <p:nvPr/>
        </p:nvSpPr>
        <p:spPr>
          <a:xfrm>
            <a:off x="2868175" y="3463888"/>
            <a:ext cx="2202600" cy="3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058441"/>
                </a:solidFill>
                <a:latin typeface="Inter"/>
                <a:ea typeface="Inter"/>
                <a:cs typeface="Inter"/>
                <a:sym typeface="Inter"/>
              </a:rPr>
              <a:t>Text</a:t>
            </a:r>
            <a:endParaRPr b="1" sz="1600">
              <a:solidFill>
                <a:srgbClr val="05844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0"/>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78" name="Google Shape;378;p30"/>
          <p:cNvPicPr preferRelativeResize="0"/>
          <p:nvPr/>
        </p:nvPicPr>
        <p:blipFill rotWithShape="1">
          <a:blip r:embed="rId3">
            <a:alphaModFix/>
          </a:blip>
          <a:srcRect b="10602" l="5792" r="12280" t="0"/>
          <a:stretch/>
        </p:blipFill>
        <p:spPr>
          <a:xfrm>
            <a:off x="0" y="1"/>
            <a:ext cx="4572000" cy="3752774"/>
          </a:xfrm>
          <a:prstGeom prst="rect">
            <a:avLst/>
          </a:prstGeom>
          <a:noFill/>
          <a:ln>
            <a:noFill/>
          </a:ln>
        </p:spPr>
      </p:pic>
      <p:pic>
        <p:nvPicPr>
          <p:cNvPr id="379" name="Google Shape;379;p30"/>
          <p:cNvPicPr preferRelativeResize="0"/>
          <p:nvPr/>
        </p:nvPicPr>
        <p:blipFill rotWithShape="1">
          <a:blip r:embed="rId4">
            <a:alphaModFix/>
          </a:blip>
          <a:srcRect b="14865" l="0" r="0" t="23451"/>
          <a:stretch/>
        </p:blipFill>
        <p:spPr>
          <a:xfrm>
            <a:off x="4572000" y="1"/>
            <a:ext cx="4559000" cy="3752775"/>
          </a:xfrm>
          <a:prstGeom prst="rect">
            <a:avLst/>
          </a:prstGeom>
          <a:noFill/>
          <a:ln>
            <a:noFill/>
          </a:ln>
        </p:spPr>
      </p:pic>
      <p:pic>
        <p:nvPicPr>
          <p:cNvPr id="380" name="Google Shape;380;p30" title="LEADS Agri Logo - With Tagline copy.png"/>
          <p:cNvPicPr preferRelativeResize="0"/>
          <p:nvPr/>
        </p:nvPicPr>
        <p:blipFill>
          <a:blip r:embed="rId5">
            <a:alphaModFix/>
          </a:blip>
          <a:stretch>
            <a:fillRect/>
          </a:stretch>
        </p:blipFill>
        <p:spPr>
          <a:xfrm>
            <a:off x="375192" y="324232"/>
            <a:ext cx="1003448" cy="282700"/>
          </a:xfrm>
          <a:prstGeom prst="rect">
            <a:avLst/>
          </a:prstGeom>
          <a:noFill/>
          <a:ln>
            <a:noFill/>
          </a:ln>
        </p:spPr>
      </p:pic>
      <p:sp>
        <p:nvSpPr>
          <p:cNvPr id="381" name="Google Shape;381;p30"/>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382" name="Google Shape;382;p30"/>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sp>
        <p:nvSpPr>
          <p:cNvPr id="383" name="Google Shape;383;p30"/>
          <p:cNvSpPr txBox="1"/>
          <p:nvPr/>
        </p:nvSpPr>
        <p:spPr>
          <a:xfrm>
            <a:off x="4938538" y="4075662"/>
            <a:ext cx="1621200" cy="5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600">
                <a:solidFill>
                  <a:srgbClr val="058441"/>
                </a:solidFill>
                <a:latin typeface="Inter"/>
                <a:ea typeface="Inter"/>
                <a:cs typeface="Inter"/>
                <a:sym typeface="Inter"/>
              </a:rPr>
              <a:t>Insert Title Here</a:t>
            </a:r>
            <a:endParaRPr b="1" sz="1600">
              <a:solidFill>
                <a:srgbClr val="058441"/>
              </a:solidFill>
              <a:latin typeface="Inter"/>
              <a:ea typeface="Inter"/>
              <a:cs typeface="Inter"/>
              <a:sym typeface="Inter"/>
            </a:endParaRPr>
          </a:p>
        </p:txBody>
      </p:sp>
      <p:sp>
        <p:nvSpPr>
          <p:cNvPr id="384" name="Google Shape;384;p30"/>
          <p:cNvSpPr txBox="1"/>
          <p:nvPr/>
        </p:nvSpPr>
        <p:spPr>
          <a:xfrm>
            <a:off x="6709713" y="3978787"/>
            <a:ext cx="2226000" cy="5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cxnSp>
        <p:nvCxnSpPr>
          <p:cNvPr id="385" name="Google Shape;385;p30"/>
          <p:cNvCxnSpPr/>
          <p:nvPr/>
        </p:nvCxnSpPr>
        <p:spPr>
          <a:xfrm>
            <a:off x="4572000" y="4011073"/>
            <a:ext cx="0" cy="890400"/>
          </a:xfrm>
          <a:prstGeom prst="straightConnector1">
            <a:avLst/>
          </a:prstGeom>
          <a:noFill/>
          <a:ln cap="flat" cmpd="sng" w="8850">
            <a:solidFill>
              <a:srgbClr val="058441"/>
            </a:solidFill>
            <a:prstDash val="solid"/>
            <a:round/>
            <a:headEnd len="med" w="med" type="none"/>
            <a:tailEnd len="med" w="med" type="none"/>
          </a:ln>
        </p:spPr>
      </p:cxnSp>
      <p:sp>
        <p:nvSpPr>
          <p:cNvPr id="386" name="Google Shape;386;p30"/>
          <p:cNvSpPr txBox="1"/>
          <p:nvPr/>
        </p:nvSpPr>
        <p:spPr>
          <a:xfrm>
            <a:off x="240369" y="4075662"/>
            <a:ext cx="1621200" cy="5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1600">
                <a:solidFill>
                  <a:srgbClr val="058441"/>
                </a:solidFill>
                <a:latin typeface="Inter"/>
                <a:ea typeface="Inter"/>
                <a:cs typeface="Inter"/>
                <a:sym typeface="Inter"/>
              </a:rPr>
              <a:t>Insert Title Here</a:t>
            </a:r>
            <a:endParaRPr b="1" sz="1600">
              <a:solidFill>
                <a:srgbClr val="058441"/>
              </a:solidFill>
              <a:latin typeface="Inter"/>
              <a:ea typeface="Inter"/>
              <a:cs typeface="Inter"/>
              <a:sym typeface="Inter"/>
            </a:endParaRPr>
          </a:p>
        </p:txBody>
      </p:sp>
      <p:sp>
        <p:nvSpPr>
          <p:cNvPr id="387" name="Google Shape;387;p30"/>
          <p:cNvSpPr txBox="1"/>
          <p:nvPr/>
        </p:nvSpPr>
        <p:spPr>
          <a:xfrm>
            <a:off x="2011544" y="3978787"/>
            <a:ext cx="2226000" cy="5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58441"/>
                </a:solidFill>
              </a:rPr>
              <a:t>Lorem ipsum dolor sit amet, consectetur adipiscing elit. </a:t>
            </a:r>
            <a:endParaRPr sz="1600">
              <a:solidFill>
                <a:srgbClr val="05844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id="392" name="Google Shape;392;p31" title="scenic-view-worker-rice-field.jpg"/>
          <p:cNvPicPr preferRelativeResize="0"/>
          <p:nvPr/>
        </p:nvPicPr>
        <p:blipFill rotWithShape="1">
          <a:blip r:embed="rId3">
            <a:alphaModFix/>
          </a:blip>
          <a:srcRect b="14973" l="0" r="0" t="0"/>
          <a:stretch/>
        </p:blipFill>
        <p:spPr>
          <a:xfrm>
            <a:off x="0" y="0"/>
            <a:ext cx="9144003" cy="5189399"/>
          </a:xfrm>
          <a:prstGeom prst="rect">
            <a:avLst/>
          </a:prstGeom>
          <a:noFill/>
          <a:ln>
            <a:noFill/>
          </a:ln>
        </p:spPr>
      </p:pic>
      <p:sp>
        <p:nvSpPr>
          <p:cNvPr id="393" name="Google Shape;393;p31"/>
          <p:cNvSpPr/>
          <p:nvPr/>
        </p:nvSpPr>
        <p:spPr>
          <a:xfrm>
            <a:off x="-10948" y="0"/>
            <a:ext cx="9170700" cy="5189400"/>
          </a:xfrm>
          <a:prstGeom prst="rect">
            <a:avLst/>
          </a:prstGeom>
          <a:gradFill>
            <a:gsLst>
              <a:gs pos="0">
                <a:srgbClr val="EEEEEE">
                  <a:alpha val="44313"/>
                </a:srgbClr>
              </a:gs>
              <a:gs pos="100000">
                <a:schemeClr val="dk1"/>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p31"/>
          <p:cNvSpPr txBox="1"/>
          <p:nvPr/>
        </p:nvSpPr>
        <p:spPr>
          <a:xfrm>
            <a:off x="273750" y="3696825"/>
            <a:ext cx="8596500" cy="91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b="1" lang="en" sz="5000">
                <a:solidFill>
                  <a:schemeClr val="lt1"/>
                </a:solidFill>
                <a:latin typeface="Inter"/>
                <a:ea typeface="Inter"/>
                <a:cs typeface="Inter"/>
                <a:sym typeface="Inter"/>
              </a:rPr>
              <a:t>Icons Collections</a:t>
            </a:r>
            <a:endParaRPr b="1" sz="5000">
              <a:solidFill>
                <a:schemeClr val="lt1"/>
              </a:solidFill>
              <a:latin typeface="Inter"/>
              <a:ea typeface="Inter"/>
              <a:cs typeface="Inter"/>
              <a:sym typeface="Inter"/>
            </a:endParaRPr>
          </a:p>
        </p:txBody>
      </p:sp>
      <p:sp>
        <p:nvSpPr>
          <p:cNvPr id="395" name="Google Shape;395;p31"/>
          <p:cNvSpPr txBox="1"/>
          <p:nvPr/>
        </p:nvSpPr>
        <p:spPr>
          <a:xfrm>
            <a:off x="273750" y="4481925"/>
            <a:ext cx="8596500" cy="391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 sz="2500">
                <a:solidFill>
                  <a:schemeClr val="lt1"/>
                </a:solidFill>
                <a:latin typeface="Inter"/>
                <a:ea typeface="Inter"/>
                <a:cs typeface="Inter"/>
                <a:sym typeface="Inter"/>
              </a:rPr>
              <a:t>Subtitle Text Insert Here</a:t>
            </a:r>
            <a:endParaRPr i="1" sz="2500">
              <a:solidFill>
                <a:schemeClr val="lt1"/>
              </a:solidFill>
              <a:latin typeface="Inter"/>
              <a:ea typeface="Inter"/>
              <a:cs typeface="Inter"/>
              <a:sym typeface="Inter"/>
            </a:endParaRPr>
          </a:p>
        </p:txBody>
      </p:sp>
      <p:pic>
        <p:nvPicPr>
          <p:cNvPr id="396" name="Google Shape;396;p31" title="LEADS Agri Logo - With Tagline - WHITE.png"/>
          <p:cNvPicPr preferRelativeResize="0"/>
          <p:nvPr/>
        </p:nvPicPr>
        <p:blipFill>
          <a:blip r:embed="rId4">
            <a:alphaModFix/>
          </a:blip>
          <a:stretch>
            <a:fillRect/>
          </a:stretch>
        </p:blipFill>
        <p:spPr>
          <a:xfrm>
            <a:off x="360575" y="391801"/>
            <a:ext cx="1666724" cy="4695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2"/>
          <p:cNvSpPr/>
          <p:nvPr/>
        </p:nvSpPr>
        <p:spPr>
          <a:xfrm>
            <a:off x="0" y="0"/>
            <a:ext cx="9144000" cy="5143500"/>
          </a:xfrm>
          <a:prstGeom prst="rect">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02" name="Google Shape;402;p32" title="LEADS Agri Logo - With Tagline copy.png"/>
          <p:cNvPicPr preferRelativeResize="0"/>
          <p:nvPr/>
        </p:nvPicPr>
        <p:blipFill>
          <a:blip r:embed="rId3">
            <a:alphaModFix/>
          </a:blip>
          <a:stretch>
            <a:fillRect/>
          </a:stretch>
        </p:blipFill>
        <p:spPr>
          <a:xfrm>
            <a:off x="375192" y="324232"/>
            <a:ext cx="1003448" cy="282700"/>
          </a:xfrm>
          <a:prstGeom prst="rect">
            <a:avLst/>
          </a:prstGeom>
          <a:noFill/>
          <a:ln>
            <a:noFill/>
          </a:ln>
        </p:spPr>
      </p:pic>
      <p:sp>
        <p:nvSpPr>
          <p:cNvPr id="403" name="Google Shape;403;p32"/>
          <p:cNvSpPr/>
          <p:nvPr/>
        </p:nvSpPr>
        <p:spPr>
          <a:xfrm>
            <a:off x="8124700" y="324225"/>
            <a:ext cx="6387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2026</a:t>
            </a:r>
            <a:endParaRPr sz="1000">
              <a:solidFill>
                <a:schemeClr val="lt1"/>
              </a:solidFill>
            </a:endParaRPr>
          </a:p>
        </p:txBody>
      </p:sp>
      <p:sp>
        <p:nvSpPr>
          <p:cNvPr id="404" name="Google Shape;404;p32"/>
          <p:cNvSpPr/>
          <p:nvPr/>
        </p:nvSpPr>
        <p:spPr>
          <a:xfrm>
            <a:off x="7009175" y="324225"/>
            <a:ext cx="1008900" cy="186000"/>
          </a:xfrm>
          <a:prstGeom prst="roundRect">
            <a:avLst>
              <a:gd fmla="val 50000" name="adj"/>
            </a:avLst>
          </a:prstGeom>
          <a:solidFill>
            <a:srgbClr val="CC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rPr>
              <a:t>MARKETING</a:t>
            </a:r>
            <a:endParaRPr sz="1000">
              <a:solidFill>
                <a:schemeClr val="lt1"/>
              </a:solidFill>
            </a:endParaRPr>
          </a:p>
        </p:txBody>
      </p:sp>
      <p:pic>
        <p:nvPicPr>
          <p:cNvPr id="405" name="Google Shape;405;p32"/>
          <p:cNvPicPr preferRelativeResize="0"/>
          <p:nvPr/>
        </p:nvPicPr>
        <p:blipFill>
          <a:blip r:embed="rId4">
            <a:alphaModFix/>
          </a:blip>
          <a:stretch>
            <a:fillRect/>
          </a:stretch>
        </p:blipFill>
        <p:spPr>
          <a:xfrm>
            <a:off x="449916" y="1224177"/>
            <a:ext cx="511398" cy="511398"/>
          </a:xfrm>
          <a:prstGeom prst="rect">
            <a:avLst/>
          </a:prstGeom>
          <a:noFill/>
          <a:ln>
            <a:noFill/>
          </a:ln>
        </p:spPr>
      </p:pic>
      <p:pic>
        <p:nvPicPr>
          <p:cNvPr id="406" name="Google Shape;406;p32"/>
          <p:cNvPicPr preferRelativeResize="0"/>
          <p:nvPr/>
        </p:nvPicPr>
        <p:blipFill>
          <a:blip r:embed="rId5">
            <a:alphaModFix/>
          </a:blip>
          <a:stretch>
            <a:fillRect/>
          </a:stretch>
        </p:blipFill>
        <p:spPr>
          <a:xfrm>
            <a:off x="1406374" y="1224177"/>
            <a:ext cx="511398" cy="511398"/>
          </a:xfrm>
          <a:prstGeom prst="rect">
            <a:avLst/>
          </a:prstGeom>
          <a:noFill/>
          <a:ln>
            <a:noFill/>
          </a:ln>
        </p:spPr>
      </p:pic>
      <p:pic>
        <p:nvPicPr>
          <p:cNvPr id="407" name="Google Shape;407;p32"/>
          <p:cNvPicPr preferRelativeResize="0"/>
          <p:nvPr/>
        </p:nvPicPr>
        <p:blipFill>
          <a:blip r:embed="rId6">
            <a:alphaModFix/>
          </a:blip>
          <a:stretch>
            <a:fillRect/>
          </a:stretch>
        </p:blipFill>
        <p:spPr>
          <a:xfrm>
            <a:off x="2325224" y="1224164"/>
            <a:ext cx="586607" cy="586636"/>
          </a:xfrm>
          <a:prstGeom prst="rect">
            <a:avLst/>
          </a:prstGeom>
          <a:noFill/>
          <a:ln>
            <a:noFill/>
          </a:ln>
        </p:spPr>
      </p:pic>
      <p:pic>
        <p:nvPicPr>
          <p:cNvPr id="408" name="Google Shape;408;p32"/>
          <p:cNvPicPr preferRelativeResize="0"/>
          <p:nvPr/>
        </p:nvPicPr>
        <p:blipFill>
          <a:blip r:embed="rId7">
            <a:alphaModFix/>
          </a:blip>
          <a:stretch>
            <a:fillRect/>
          </a:stretch>
        </p:blipFill>
        <p:spPr>
          <a:xfrm>
            <a:off x="3319290" y="1224177"/>
            <a:ext cx="511398" cy="511398"/>
          </a:xfrm>
          <a:prstGeom prst="rect">
            <a:avLst/>
          </a:prstGeom>
          <a:noFill/>
          <a:ln>
            <a:noFill/>
          </a:ln>
        </p:spPr>
      </p:pic>
      <p:pic>
        <p:nvPicPr>
          <p:cNvPr id="409" name="Google Shape;409;p32"/>
          <p:cNvPicPr preferRelativeResize="0"/>
          <p:nvPr/>
        </p:nvPicPr>
        <p:blipFill>
          <a:blip r:embed="rId8">
            <a:alphaModFix/>
          </a:blip>
          <a:stretch>
            <a:fillRect/>
          </a:stretch>
        </p:blipFill>
        <p:spPr>
          <a:xfrm>
            <a:off x="4275748" y="1224177"/>
            <a:ext cx="586609" cy="586609"/>
          </a:xfrm>
          <a:prstGeom prst="rect">
            <a:avLst/>
          </a:prstGeom>
          <a:solidFill>
            <a:srgbClr val="EFEFEF"/>
          </a:solidFill>
          <a:ln>
            <a:noFill/>
          </a:ln>
        </p:spPr>
      </p:pic>
      <p:pic>
        <p:nvPicPr>
          <p:cNvPr id="410" name="Google Shape;410;p32"/>
          <p:cNvPicPr preferRelativeResize="0"/>
          <p:nvPr/>
        </p:nvPicPr>
        <p:blipFill>
          <a:blip r:embed="rId9">
            <a:alphaModFix/>
          </a:blip>
          <a:stretch>
            <a:fillRect/>
          </a:stretch>
        </p:blipFill>
        <p:spPr>
          <a:xfrm>
            <a:off x="5307415" y="1224177"/>
            <a:ext cx="586609" cy="586609"/>
          </a:xfrm>
          <a:prstGeom prst="rect">
            <a:avLst/>
          </a:prstGeom>
          <a:solidFill>
            <a:srgbClr val="EFEFEF"/>
          </a:solidFill>
          <a:ln>
            <a:noFill/>
          </a:ln>
        </p:spPr>
      </p:pic>
      <p:pic>
        <p:nvPicPr>
          <p:cNvPr id="411" name="Google Shape;411;p32"/>
          <p:cNvPicPr preferRelativeResize="0"/>
          <p:nvPr/>
        </p:nvPicPr>
        <p:blipFill>
          <a:blip r:embed="rId10">
            <a:alphaModFix/>
          </a:blip>
          <a:stretch>
            <a:fillRect/>
          </a:stretch>
        </p:blipFill>
        <p:spPr>
          <a:xfrm>
            <a:off x="6339082" y="1224177"/>
            <a:ext cx="511398" cy="511398"/>
          </a:xfrm>
          <a:prstGeom prst="rect">
            <a:avLst/>
          </a:prstGeom>
          <a:noFill/>
          <a:ln>
            <a:noFill/>
          </a:ln>
        </p:spPr>
      </p:pic>
      <p:pic>
        <p:nvPicPr>
          <p:cNvPr id="412" name="Google Shape;412;p32"/>
          <p:cNvPicPr preferRelativeResize="0"/>
          <p:nvPr/>
        </p:nvPicPr>
        <p:blipFill>
          <a:blip r:embed="rId11">
            <a:alphaModFix/>
          </a:blip>
          <a:stretch>
            <a:fillRect/>
          </a:stretch>
        </p:blipFill>
        <p:spPr>
          <a:xfrm>
            <a:off x="7220331" y="1224177"/>
            <a:ext cx="586609" cy="586609"/>
          </a:xfrm>
          <a:prstGeom prst="rect">
            <a:avLst/>
          </a:prstGeom>
          <a:noFill/>
          <a:ln>
            <a:noFill/>
          </a:ln>
        </p:spPr>
      </p:pic>
      <p:pic>
        <p:nvPicPr>
          <p:cNvPr id="413" name="Google Shape;413;p32"/>
          <p:cNvPicPr preferRelativeResize="0"/>
          <p:nvPr/>
        </p:nvPicPr>
        <p:blipFill>
          <a:blip r:embed="rId12">
            <a:alphaModFix/>
          </a:blip>
          <a:stretch>
            <a:fillRect/>
          </a:stretch>
        </p:blipFill>
        <p:spPr>
          <a:xfrm>
            <a:off x="8176790" y="1224177"/>
            <a:ext cx="586609" cy="586609"/>
          </a:xfrm>
          <a:prstGeom prst="rect">
            <a:avLst/>
          </a:prstGeom>
          <a:noFill/>
          <a:ln>
            <a:noFill/>
          </a:ln>
        </p:spPr>
      </p:pic>
      <p:pic>
        <p:nvPicPr>
          <p:cNvPr id="414" name="Google Shape;414;p32"/>
          <p:cNvPicPr preferRelativeResize="0"/>
          <p:nvPr/>
        </p:nvPicPr>
        <p:blipFill>
          <a:blip r:embed="rId13">
            <a:alphaModFix/>
          </a:blip>
          <a:stretch>
            <a:fillRect/>
          </a:stretch>
        </p:blipFill>
        <p:spPr>
          <a:xfrm>
            <a:off x="449902" y="2110658"/>
            <a:ext cx="511412" cy="511412"/>
          </a:xfrm>
          <a:prstGeom prst="rect">
            <a:avLst/>
          </a:prstGeom>
          <a:noFill/>
          <a:ln>
            <a:noFill/>
          </a:ln>
        </p:spPr>
      </p:pic>
      <p:sp>
        <p:nvSpPr>
          <p:cNvPr id="415" name="Google Shape;415;p32"/>
          <p:cNvSpPr txBox="1"/>
          <p:nvPr/>
        </p:nvSpPr>
        <p:spPr>
          <a:xfrm>
            <a:off x="6672275" y="4717550"/>
            <a:ext cx="2152800" cy="2769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rgbClr val="CCCCCC"/>
                </a:solidFill>
                <a:latin typeface="Inter"/>
                <a:ea typeface="Inter"/>
                <a:cs typeface="Inter"/>
                <a:sym typeface="Inter"/>
              </a:rPr>
              <a:t>PRIVATE AND CONFIDENTIAL</a:t>
            </a:r>
            <a:endParaRPr sz="600">
              <a:solidFill>
                <a:srgbClr val="CCCCCC"/>
              </a:solidFill>
              <a:latin typeface="Inter"/>
              <a:ea typeface="Inter"/>
              <a:cs typeface="Inter"/>
              <a:sym typeface="Inter"/>
            </a:endParaRPr>
          </a:p>
        </p:txBody>
      </p:sp>
      <p:pic>
        <p:nvPicPr>
          <p:cNvPr id="416" name="Google Shape;416;p32"/>
          <p:cNvPicPr preferRelativeResize="0"/>
          <p:nvPr/>
        </p:nvPicPr>
        <p:blipFill>
          <a:blip r:embed="rId14">
            <a:alphaModFix/>
          </a:blip>
          <a:stretch>
            <a:fillRect/>
          </a:stretch>
        </p:blipFill>
        <p:spPr>
          <a:xfrm>
            <a:off x="1414541" y="2073787"/>
            <a:ext cx="525094" cy="525094"/>
          </a:xfrm>
          <a:prstGeom prst="rect">
            <a:avLst/>
          </a:prstGeom>
          <a:noFill/>
          <a:ln>
            <a:noFill/>
          </a:ln>
        </p:spPr>
      </p:pic>
      <p:pic>
        <p:nvPicPr>
          <p:cNvPr id="417" name="Google Shape;417;p32"/>
          <p:cNvPicPr preferRelativeResize="0"/>
          <p:nvPr/>
        </p:nvPicPr>
        <p:blipFill>
          <a:blip r:embed="rId15">
            <a:alphaModFix/>
          </a:blip>
          <a:stretch>
            <a:fillRect/>
          </a:stretch>
        </p:blipFill>
        <p:spPr>
          <a:xfrm>
            <a:off x="2392856" y="2140698"/>
            <a:ext cx="451341" cy="451341"/>
          </a:xfrm>
          <a:prstGeom prst="rect">
            <a:avLst/>
          </a:prstGeom>
          <a:noFill/>
          <a:ln>
            <a:noFill/>
          </a:ln>
        </p:spPr>
      </p:pic>
      <p:pic>
        <p:nvPicPr>
          <p:cNvPr id="418" name="Google Shape;418;p32"/>
          <p:cNvPicPr preferRelativeResize="0"/>
          <p:nvPr/>
        </p:nvPicPr>
        <p:blipFill>
          <a:blip r:embed="rId16">
            <a:alphaModFix/>
          </a:blip>
          <a:stretch>
            <a:fillRect/>
          </a:stretch>
        </p:blipFill>
        <p:spPr>
          <a:xfrm>
            <a:off x="3244067" y="2043019"/>
            <a:ext cx="586607" cy="586607"/>
          </a:xfrm>
          <a:prstGeom prst="rect">
            <a:avLst/>
          </a:prstGeom>
          <a:noFill/>
          <a:ln>
            <a:noFill/>
          </a:ln>
        </p:spPr>
      </p:pic>
      <p:pic>
        <p:nvPicPr>
          <p:cNvPr id="419" name="Google Shape;419;p32"/>
          <p:cNvPicPr preferRelativeResize="0"/>
          <p:nvPr/>
        </p:nvPicPr>
        <p:blipFill>
          <a:blip r:embed="rId17">
            <a:alphaModFix/>
          </a:blip>
          <a:stretch>
            <a:fillRect/>
          </a:stretch>
        </p:blipFill>
        <p:spPr>
          <a:xfrm>
            <a:off x="4275733" y="2073065"/>
            <a:ext cx="586607" cy="586607"/>
          </a:xfrm>
          <a:prstGeom prst="rect">
            <a:avLst/>
          </a:prstGeom>
          <a:noFill/>
          <a:ln>
            <a:noFill/>
          </a:ln>
        </p:spPr>
      </p:pic>
      <p:pic>
        <p:nvPicPr>
          <p:cNvPr id="420" name="Google Shape;420;p32"/>
          <p:cNvPicPr preferRelativeResize="0"/>
          <p:nvPr/>
        </p:nvPicPr>
        <p:blipFill>
          <a:blip r:embed="rId18">
            <a:alphaModFix/>
          </a:blip>
          <a:stretch>
            <a:fillRect/>
          </a:stretch>
        </p:blipFill>
        <p:spPr>
          <a:xfrm>
            <a:off x="5276960" y="2012579"/>
            <a:ext cx="647510" cy="647510"/>
          </a:xfrm>
          <a:prstGeom prst="rect">
            <a:avLst/>
          </a:prstGeom>
          <a:noFill/>
          <a:ln>
            <a:noFill/>
          </a:ln>
        </p:spPr>
      </p:pic>
      <p:pic>
        <p:nvPicPr>
          <p:cNvPr id="421" name="Google Shape;421;p32"/>
          <p:cNvPicPr preferRelativeResize="0"/>
          <p:nvPr/>
        </p:nvPicPr>
        <p:blipFill>
          <a:blip r:embed="rId19">
            <a:alphaModFix/>
          </a:blip>
          <a:stretch>
            <a:fillRect/>
          </a:stretch>
        </p:blipFill>
        <p:spPr>
          <a:xfrm>
            <a:off x="6263879" y="2073078"/>
            <a:ext cx="586607" cy="586607"/>
          </a:xfrm>
          <a:prstGeom prst="rect">
            <a:avLst/>
          </a:prstGeom>
          <a:noFill/>
          <a:ln>
            <a:noFill/>
          </a:ln>
        </p:spPr>
      </p:pic>
      <p:pic>
        <p:nvPicPr>
          <p:cNvPr id="422" name="Google Shape;422;p32"/>
          <p:cNvPicPr preferRelativeResize="0"/>
          <p:nvPr/>
        </p:nvPicPr>
        <p:blipFill>
          <a:blip r:embed="rId20">
            <a:alphaModFix/>
          </a:blip>
          <a:stretch>
            <a:fillRect/>
          </a:stretch>
        </p:blipFill>
        <p:spPr>
          <a:xfrm>
            <a:off x="8207558" y="2073800"/>
            <a:ext cx="525070" cy="525070"/>
          </a:xfrm>
          <a:prstGeom prst="rect">
            <a:avLst/>
          </a:prstGeom>
          <a:noFill/>
          <a:ln>
            <a:noFill/>
          </a:ln>
        </p:spPr>
      </p:pic>
      <p:pic>
        <p:nvPicPr>
          <p:cNvPr id="423" name="Google Shape;423;p32"/>
          <p:cNvPicPr preferRelativeResize="0"/>
          <p:nvPr/>
        </p:nvPicPr>
        <p:blipFill>
          <a:blip r:embed="rId21">
            <a:alphaModFix/>
          </a:blip>
          <a:stretch>
            <a:fillRect/>
          </a:stretch>
        </p:blipFill>
        <p:spPr>
          <a:xfrm>
            <a:off x="7255145" y="2043019"/>
            <a:ext cx="647485" cy="647485"/>
          </a:xfrm>
          <a:prstGeom prst="rect">
            <a:avLst/>
          </a:prstGeom>
          <a:noFill/>
          <a:ln>
            <a:noFill/>
          </a:ln>
        </p:spPr>
      </p:pic>
      <p:pic>
        <p:nvPicPr>
          <p:cNvPr id="424" name="Google Shape;424;p32"/>
          <p:cNvPicPr preferRelativeResize="0"/>
          <p:nvPr/>
        </p:nvPicPr>
        <p:blipFill>
          <a:blip r:embed="rId22">
            <a:alphaModFix/>
          </a:blip>
          <a:stretch>
            <a:fillRect/>
          </a:stretch>
        </p:blipFill>
        <p:spPr>
          <a:xfrm>
            <a:off x="449900" y="2929886"/>
            <a:ext cx="451316" cy="451316"/>
          </a:xfrm>
          <a:prstGeom prst="rect">
            <a:avLst/>
          </a:prstGeom>
          <a:noFill/>
          <a:ln>
            <a:noFill/>
          </a:ln>
        </p:spPr>
      </p:pic>
      <p:pic>
        <p:nvPicPr>
          <p:cNvPr id="425" name="Google Shape;425;p32"/>
          <p:cNvPicPr preferRelativeResize="0"/>
          <p:nvPr/>
        </p:nvPicPr>
        <p:blipFill>
          <a:blip r:embed="rId23">
            <a:alphaModFix/>
          </a:blip>
          <a:stretch>
            <a:fillRect/>
          </a:stretch>
        </p:blipFill>
        <p:spPr>
          <a:xfrm>
            <a:off x="1383785" y="2839831"/>
            <a:ext cx="586607" cy="586607"/>
          </a:xfrm>
          <a:prstGeom prst="rect">
            <a:avLst/>
          </a:prstGeom>
          <a:noFill/>
          <a:ln>
            <a:noFill/>
          </a:ln>
        </p:spPr>
      </p:pic>
      <p:pic>
        <p:nvPicPr>
          <p:cNvPr id="426" name="Google Shape;426;p32"/>
          <p:cNvPicPr preferRelativeResize="0"/>
          <p:nvPr/>
        </p:nvPicPr>
        <p:blipFill>
          <a:blip r:embed="rId24">
            <a:alphaModFix/>
          </a:blip>
          <a:stretch>
            <a:fillRect/>
          </a:stretch>
        </p:blipFill>
        <p:spPr>
          <a:xfrm>
            <a:off x="2362835" y="2929886"/>
            <a:ext cx="511383" cy="511383"/>
          </a:xfrm>
          <a:prstGeom prst="rect">
            <a:avLst/>
          </a:prstGeom>
          <a:noFill/>
          <a:ln>
            <a:noFill/>
          </a:ln>
        </p:spPr>
      </p:pic>
      <p:pic>
        <p:nvPicPr>
          <p:cNvPr id="427" name="Google Shape;427;p32"/>
          <p:cNvPicPr preferRelativeResize="0"/>
          <p:nvPr/>
        </p:nvPicPr>
        <p:blipFill>
          <a:blip r:embed="rId25">
            <a:alphaModFix/>
          </a:blip>
          <a:stretch>
            <a:fillRect/>
          </a:stretch>
        </p:blipFill>
        <p:spPr>
          <a:xfrm>
            <a:off x="3266662" y="2892274"/>
            <a:ext cx="586607" cy="586607"/>
          </a:xfrm>
          <a:prstGeom prst="rect">
            <a:avLst/>
          </a:prstGeom>
          <a:noFill/>
          <a:ln>
            <a:noFill/>
          </a:ln>
        </p:spPr>
      </p:pic>
      <p:pic>
        <p:nvPicPr>
          <p:cNvPr id="428" name="Google Shape;428;p32"/>
          <p:cNvPicPr preferRelativeResize="0"/>
          <p:nvPr/>
        </p:nvPicPr>
        <p:blipFill>
          <a:blip r:embed="rId26">
            <a:alphaModFix/>
          </a:blip>
          <a:stretch>
            <a:fillRect/>
          </a:stretch>
        </p:blipFill>
        <p:spPr>
          <a:xfrm>
            <a:off x="4245707" y="2921978"/>
            <a:ext cx="525070" cy="525070"/>
          </a:xfrm>
          <a:prstGeom prst="rect">
            <a:avLst/>
          </a:prstGeom>
          <a:noFill/>
          <a:ln>
            <a:noFill/>
          </a:ln>
        </p:spPr>
      </p:pic>
      <p:pic>
        <p:nvPicPr>
          <p:cNvPr id="429" name="Google Shape;429;p32"/>
          <p:cNvPicPr preferRelativeResize="0"/>
          <p:nvPr/>
        </p:nvPicPr>
        <p:blipFill>
          <a:blip r:embed="rId27">
            <a:alphaModFix/>
          </a:blip>
          <a:stretch>
            <a:fillRect/>
          </a:stretch>
        </p:blipFill>
        <p:spPr>
          <a:xfrm>
            <a:off x="5307412" y="2929886"/>
            <a:ext cx="586607" cy="586607"/>
          </a:xfrm>
          <a:prstGeom prst="rect">
            <a:avLst/>
          </a:prstGeom>
          <a:noFill/>
          <a:ln>
            <a:noFill/>
          </a:ln>
        </p:spPr>
      </p:pic>
      <p:pic>
        <p:nvPicPr>
          <p:cNvPr id="430" name="Google Shape;430;p32"/>
          <p:cNvPicPr preferRelativeResize="0"/>
          <p:nvPr/>
        </p:nvPicPr>
        <p:blipFill>
          <a:blip r:embed="rId28">
            <a:alphaModFix/>
          </a:blip>
          <a:stretch>
            <a:fillRect/>
          </a:stretch>
        </p:blipFill>
        <p:spPr>
          <a:xfrm>
            <a:off x="6218715" y="2874735"/>
            <a:ext cx="692675" cy="692675"/>
          </a:xfrm>
          <a:prstGeom prst="rect">
            <a:avLst/>
          </a:prstGeom>
          <a:noFill/>
          <a:ln>
            <a:noFill/>
          </a:ln>
        </p:spPr>
      </p:pic>
      <p:pic>
        <p:nvPicPr>
          <p:cNvPr id="431" name="Google Shape;431;p32"/>
          <p:cNvPicPr preferRelativeResize="0"/>
          <p:nvPr/>
        </p:nvPicPr>
        <p:blipFill>
          <a:blip r:embed="rId29">
            <a:alphaModFix/>
          </a:blip>
          <a:stretch>
            <a:fillRect/>
          </a:stretch>
        </p:blipFill>
        <p:spPr>
          <a:xfrm>
            <a:off x="7266171" y="2922738"/>
            <a:ext cx="586607" cy="586607"/>
          </a:xfrm>
          <a:prstGeom prst="rect">
            <a:avLst/>
          </a:prstGeom>
          <a:noFill/>
          <a:ln>
            <a:noFill/>
          </a:ln>
        </p:spPr>
      </p:pic>
      <p:pic>
        <p:nvPicPr>
          <p:cNvPr id="432" name="Google Shape;432;p32"/>
          <p:cNvPicPr preferRelativeResize="0"/>
          <p:nvPr/>
        </p:nvPicPr>
        <p:blipFill>
          <a:blip r:embed="rId30">
            <a:alphaModFix/>
          </a:blip>
          <a:stretch>
            <a:fillRect/>
          </a:stretch>
        </p:blipFill>
        <p:spPr>
          <a:xfrm>
            <a:off x="8207555" y="2923051"/>
            <a:ext cx="525070" cy="525053"/>
          </a:xfrm>
          <a:prstGeom prst="rect">
            <a:avLst/>
          </a:prstGeom>
          <a:noFill/>
          <a:ln>
            <a:noFill/>
          </a:ln>
        </p:spPr>
      </p:pic>
      <p:pic>
        <p:nvPicPr>
          <p:cNvPr id="433" name="Google Shape;433;p32"/>
          <p:cNvPicPr preferRelativeResize="0"/>
          <p:nvPr/>
        </p:nvPicPr>
        <p:blipFill>
          <a:blip r:embed="rId31">
            <a:alphaModFix/>
          </a:blip>
          <a:stretch>
            <a:fillRect/>
          </a:stretch>
        </p:blipFill>
        <p:spPr>
          <a:xfrm>
            <a:off x="449900" y="3744647"/>
            <a:ext cx="586607" cy="586607"/>
          </a:xfrm>
          <a:prstGeom prst="rect">
            <a:avLst/>
          </a:prstGeom>
          <a:noFill/>
          <a:ln>
            <a:noFill/>
          </a:ln>
        </p:spPr>
      </p:pic>
      <p:pic>
        <p:nvPicPr>
          <p:cNvPr id="434" name="Google Shape;434;p32"/>
          <p:cNvPicPr preferRelativeResize="0"/>
          <p:nvPr/>
        </p:nvPicPr>
        <p:blipFill>
          <a:blip r:embed="rId32">
            <a:alphaModFix/>
          </a:blip>
          <a:stretch>
            <a:fillRect/>
          </a:stretch>
        </p:blipFill>
        <p:spPr>
          <a:xfrm>
            <a:off x="1361633" y="3697484"/>
            <a:ext cx="647485" cy="647455"/>
          </a:xfrm>
          <a:prstGeom prst="rect">
            <a:avLst/>
          </a:prstGeom>
          <a:noFill/>
          <a:ln>
            <a:noFill/>
          </a:ln>
        </p:spPr>
      </p:pic>
      <p:pic>
        <p:nvPicPr>
          <p:cNvPr id="435" name="Google Shape;435;p32"/>
          <p:cNvPicPr preferRelativeResize="0"/>
          <p:nvPr/>
        </p:nvPicPr>
        <p:blipFill>
          <a:blip r:embed="rId33">
            <a:alphaModFix/>
          </a:blip>
          <a:stretch>
            <a:fillRect/>
          </a:stretch>
        </p:blipFill>
        <p:spPr>
          <a:xfrm>
            <a:off x="2334246" y="3741529"/>
            <a:ext cx="647485" cy="647485"/>
          </a:xfrm>
          <a:prstGeom prst="rect">
            <a:avLst/>
          </a:prstGeom>
          <a:noFill/>
          <a:ln>
            <a:noFill/>
          </a:ln>
        </p:spPr>
      </p:pic>
      <p:pic>
        <p:nvPicPr>
          <p:cNvPr id="436" name="Google Shape;436;p32"/>
          <p:cNvPicPr preferRelativeResize="0"/>
          <p:nvPr/>
        </p:nvPicPr>
        <p:blipFill>
          <a:blip r:embed="rId34">
            <a:alphaModFix/>
          </a:blip>
          <a:stretch>
            <a:fillRect/>
          </a:stretch>
        </p:blipFill>
        <p:spPr>
          <a:xfrm>
            <a:off x="3266658" y="3771969"/>
            <a:ext cx="586607" cy="586607"/>
          </a:xfrm>
          <a:prstGeom prst="rect">
            <a:avLst/>
          </a:prstGeom>
          <a:noFill/>
          <a:ln>
            <a:noFill/>
          </a:ln>
        </p:spPr>
      </p:pic>
      <p:pic>
        <p:nvPicPr>
          <p:cNvPr id="437" name="Google Shape;437;p32"/>
          <p:cNvPicPr preferRelativeResize="0"/>
          <p:nvPr/>
        </p:nvPicPr>
        <p:blipFill>
          <a:blip r:embed="rId35">
            <a:alphaModFix/>
          </a:blip>
          <a:stretch>
            <a:fillRect/>
          </a:stretch>
        </p:blipFill>
        <p:spPr>
          <a:xfrm>
            <a:off x="4245306" y="3802408"/>
            <a:ext cx="586607" cy="586607"/>
          </a:xfrm>
          <a:prstGeom prst="rect">
            <a:avLst/>
          </a:prstGeom>
          <a:noFill/>
          <a:ln>
            <a:noFill/>
          </a:ln>
        </p:spPr>
      </p:pic>
      <p:pic>
        <p:nvPicPr>
          <p:cNvPr id="438" name="Google Shape;438;p32"/>
          <p:cNvPicPr preferRelativeResize="0"/>
          <p:nvPr/>
        </p:nvPicPr>
        <p:blipFill>
          <a:blip r:embed="rId36">
            <a:alphaModFix/>
          </a:blip>
          <a:stretch>
            <a:fillRect/>
          </a:stretch>
        </p:blipFill>
        <p:spPr>
          <a:xfrm>
            <a:off x="5223951" y="3786288"/>
            <a:ext cx="647485" cy="647485"/>
          </a:xfrm>
          <a:prstGeom prst="rect">
            <a:avLst/>
          </a:prstGeom>
          <a:noFill/>
          <a:ln>
            <a:noFill/>
          </a:ln>
        </p:spPr>
      </p:pic>
      <p:pic>
        <p:nvPicPr>
          <p:cNvPr id="439" name="Google Shape;439;p32"/>
          <p:cNvPicPr preferRelativeResize="0"/>
          <p:nvPr/>
        </p:nvPicPr>
        <p:blipFill>
          <a:blip r:embed="rId37">
            <a:alphaModFix/>
          </a:blip>
          <a:stretch>
            <a:fillRect/>
          </a:stretch>
        </p:blipFill>
        <p:spPr>
          <a:xfrm>
            <a:off x="8113655" y="3782461"/>
            <a:ext cx="647485" cy="647485"/>
          </a:xfrm>
          <a:prstGeom prst="rect">
            <a:avLst/>
          </a:prstGeom>
          <a:noFill/>
          <a:ln>
            <a:noFill/>
          </a:ln>
        </p:spPr>
      </p:pic>
      <p:pic>
        <p:nvPicPr>
          <p:cNvPr id="440" name="Google Shape;440;p32"/>
          <p:cNvPicPr preferRelativeResize="0"/>
          <p:nvPr/>
        </p:nvPicPr>
        <p:blipFill>
          <a:blip r:embed="rId38">
            <a:alphaModFix/>
          </a:blip>
          <a:stretch>
            <a:fillRect/>
          </a:stretch>
        </p:blipFill>
        <p:spPr>
          <a:xfrm>
            <a:off x="6263474" y="3782461"/>
            <a:ext cx="586607" cy="586607"/>
          </a:xfrm>
          <a:prstGeom prst="rect">
            <a:avLst/>
          </a:prstGeom>
          <a:noFill/>
          <a:ln>
            <a:noFill/>
          </a:ln>
        </p:spPr>
      </p:pic>
      <p:pic>
        <p:nvPicPr>
          <p:cNvPr id="441" name="Google Shape;441;p32"/>
          <p:cNvPicPr preferRelativeResize="0"/>
          <p:nvPr/>
        </p:nvPicPr>
        <p:blipFill>
          <a:blip r:embed="rId39">
            <a:alphaModFix/>
          </a:blip>
          <a:stretch>
            <a:fillRect/>
          </a:stretch>
        </p:blipFill>
        <p:spPr>
          <a:xfrm>
            <a:off x="7303782" y="3854339"/>
            <a:ext cx="511383" cy="5113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id="446" name="Google Shape;446;p33" title="asian-farmers-grow-rice-rainy-season.jpg"/>
          <p:cNvPicPr preferRelativeResize="0"/>
          <p:nvPr/>
        </p:nvPicPr>
        <p:blipFill rotWithShape="1">
          <a:blip r:embed="rId3">
            <a:alphaModFix/>
          </a:blip>
          <a:srcRect b="151" l="0" r="0" t="15452"/>
          <a:stretch/>
        </p:blipFill>
        <p:spPr>
          <a:xfrm>
            <a:off x="0" y="0"/>
            <a:ext cx="9144003" cy="5143501"/>
          </a:xfrm>
          <a:prstGeom prst="rect">
            <a:avLst/>
          </a:prstGeom>
          <a:noFill/>
          <a:ln>
            <a:noFill/>
          </a:ln>
        </p:spPr>
      </p:pic>
      <p:sp>
        <p:nvSpPr>
          <p:cNvPr id="447" name="Google Shape;447;p33"/>
          <p:cNvSpPr/>
          <p:nvPr/>
        </p:nvSpPr>
        <p:spPr>
          <a:xfrm>
            <a:off x="-13350" y="-1000"/>
            <a:ext cx="9170700" cy="5189400"/>
          </a:xfrm>
          <a:prstGeom prst="rect">
            <a:avLst/>
          </a:prstGeom>
          <a:gradFill>
            <a:gsLst>
              <a:gs pos="0">
                <a:srgbClr val="EEEEEE">
                  <a:alpha val="44313"/>
                </a:srgbClr>
              </a:gs>
              <a:gs pos="100000">
                <a:srgbClr val="1B4D20"/>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8" name="Google Shape;448;p33"/>
          <p:cNvSpPr txBox="1"/>
          <p:nvPr/>
        </p:nvSpPr>
        <p:spPr>
          <a:xfrm>
            <a:off x="273750" y="2036750"/>
            <a:ext cx="8596500" cy="917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4500">
                <a:solidFill>
                  <a:schemeClr val="lt1"/>
                </a:solidFill>
                <a:latin typeface="Inter"/>
                <a:ea typeface="Inter"/>
                <a:cs typeface="Inter"/>
                <a:sym typeface="Inter"/>
              </a:rPr>
              <a:t>Thank you!</a:t>
            </a:r>
            <a:endParaRPr b="1" sz="4200">
              <a:solidFill>
                <a:schemeClr val="lt1"/>
              </a:solidFill>
              <a:latin typeface="Inter"/>
              <a:ea typeface="Inter"/>
              <a:cs typeface="Inter"/>
              <a:sym typeface="Inter"/>
            </a:endParaRPr>
          </a:p>
        </p:txBody>
      </p:sp>
      <p:pic>
        <p:nvPicPr>
          <p:cNvPr id="449" name="Google Shape;449;p33" title="LEADS Agri Logo - With Tagline - WHITE.png"/>
          <p:cNvPicPr preferRelativeResize="0"/>
          <p:nvPr/>
        </p:nvPicPr>
        <p:blipFill>
          <a:blip r:embed="rId4">
            <a:alphaModFix/>
          </a:blip>
          <a:stretch>
            <a:fillRect/>
          </a:stretch>
        </p:blipFill>
        <p:spPr>
          <a:xfrm>
            <a:off x="360575" y="391801"/>
            <a:ext cx="1666724" cy="469576"/>
          </a:xfrm>
          <a:prstGeom prst="rect">
            <a:avLst/>
          </a:prstGeom>
          <a:noFill/>
          <a:ln>
            <a:noFill/>
          </a:ln>
        </p:spPr>
      </p:pic>
      <p:sp>
        <p:nvSpPr>
          <p:cNvPr id="450" name="Google Shape;450;p33"/>
          <p:cNvSpPr txBox="1"/>
          <p:nvPr/>
        </p:nvSpPr>
        <p:spPr>
          <a:xfrm>
            <a:off x="194350" y="46295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lt1"/>
                </a:solidFill>
                <a:latin typeface="Inter"/>
                <a:ea typeface="Inter"/>
                <a:cs typeface="Inter"/>
                <a:sym typeface="Inter"/>
              </a:rPr>
              <a:t>© 2025 LEADS AGRICULTURAL PRODUCTS INC.</a:t>
            </a:r>
            <a:endParaRPr b="1" sz="600">
              <a:solidFill>
                <a:schemeClr val="lt1"/>
              </a:solidFill>
              <a:latin typeface="Inter"/>
              <a:ea typeface="Inter"/>
              <a:cs typeface="Inter"/>
              <a:sym typeface="Inter"/>
            </a:endParaRPr>
          </a:p>
          <a:p>
            <a:pPr indent="0" lvl="0" marL="0" rtl="0" algn="l">
              <a:spcBef>
                <a:spcPts val="0"/>
              </a:spcBef>
              <a:spcAft>
                <a:spcPts val="0"/>
              </a:spcAft>
              <a:buNone/>
            </a:pPr>
            <a:r>
              <a:rPr b="1" lang="en" sz="600">
                <a:solidFill>
                  <a:schemeClr val="lt1"/>
                </a:solidFill>
                <a:latin typeface="Inter"/>
                <a:ea typeface="Inter"/>
                <a:cs typeface="Inter"/>
                <a:sym typeface="Inter"/>
              </a:rPr>
              <a:t>ALL RIGHTS RESERVED.</a:t>
            </a:r>
            <a:endParaRPr b="1" sz="600">
              <a:solidFill>
                <a:schemeClr val="lt1"/>
              </a:solidFill>
              <a:latin typeface="Inter"/>
              <a:ea typeface="Inter"/>
              <a:cs typeface="Inter"/>
              <a:sym typeface="Inter"/>
            </a:endParaRPr>
          </a:p>
        </p:txBody>
      </p:sp>
      <p:sp>
        <p:nvSpPr>
          <p:cNvPr id="451" name="Google Shape;451;p33"/>
          <p:cNvSpPr txBox="1"/>
          <p:nvPr/>
        </p:nvSpPr>
        <p:spPr>
          <a:xfrm>
            <a:off x="2990288" y="4629575"/>
            <a:ext cx="21234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lt1"/>
                </a:solidFill>
                <a:latin typeface="Inter"/>
                <a:ea typeface="Inter"/>
                <a:cs typeface="Inter"/>
                <a:sym typeface="Inter"/>
              </a:rPr>
              <a:t>Unit 204-205 Coral Center Building, Brgy. San Francisco, Southwoods City, Biñan, Laguna</a:t>
            </a:r>
            <a:endParaRPr b="1" sz="600">
              <a:solidFill>
                <a:schemeClr val="lt1"/>
              </a:solidFill>
              <a:latin typeface="Inter"/>
              <a:ea typeface="Inter"/>
              <a:cs typeface="Inter"/>
              <a:sym typeface="Inter"/>
            </a:endParaRPr>
          </a:p>
        </p:txBody>
      </p:sp>
      <p:sp>
        <p:nvSpPr>
          <p:cNvPr id="452" name="Google Shape;452;p33"/>
          <p:cNvSpPr txBox="1"/>
          <p:nvPr/>
        </p:nvSpPr>
        <p:spPr>
          <a:xfrm>
            <a:off x="5958438" y="46295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lt1"/>
                </a:solidFill>
                <a:latin typeface="Inter"/>
                <a:ea typeface="Inter"/>
                <a:cs typeface="Inter"/>
                <a:sym typeface="Inter"/>
              </a:rPr>
              <a:t>CONTACT</a:t>
            </a:r>
            <a:endParaRPr b="1" sz="600">
              <a:solidFill>
                <a:schemeClr val="lt1"/>
              </a:solidFill>
              <a:latin typeface="Inter"/>
              <a:ea typeface="Inter"/>
              <a:cs typeface="Inter"/>
              <a:sym typeface="Inter"/>
            </a:endParaRPr>
          </a:p>
          <a:p>
            <a:pPr indent="0" lvl="0" marL="0" rtl="0" algn="l">
              <a:spcBef>
                <a:spcPts val="0"/>
              </a:spcBef>
              <a:spcAft>
                <a:spcPts val="0"/>
              </a:spcAft>
              <a:buNone/>
            </a:pPr>
            <a:r>
              <a:rPr b="1" lang="en" sz="600">
                <a:solidFill>
                  <a:schemeClr val="lt1"/>
                </a:solidFill>
                <a:latin typeface="Inter"/>
                <a:ea typeface="Inter"/>
                <a:cs typeface="Inter"/>
                <a:sym typeface="Inter"/>
              </a:rPr>
              <a:t>marketing@leadsagri.com</a:t>
            </a:r>
            <a:endParaRPr b="1" sz="600">
              <a:solidFill>
                <a:schemeClr val="lt1"/>
              </a:solidFill>
              <a:latin typeface="Inter"/>
              <a:ea typeface="Inter"/>
              <a:cs typeface="Inter"/>
              <a:sym typeface="Inter"/>
            </a:endParaRPr>
          </a:p>
        </p:txBody>
      </p:sp>
      <p:sp>
        <p:nvSpPr>
          <p:cNvPr id="453" name="Google Shape;453;p33"/>
          <p:cNvSpPr txBox="1"/>
          <p:nvPr/>
        </p:nvSpPr>
        <p:spPr>
          <a:xfrm>
            <a:off x="7828638" y="4629575"/>
            <a:ext cx="1129800" cy="3693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600">
                <a:solidFill>
                  <a:schemeClr val="lt1"/>
                </a:solidFill>
                <a:latin typeface="Inter"/>
                <a:ea typeface="Inter"/>
                <a:cs typeface="Inter"/>
                <a:sym typeface="Inter"/>
              </a:rPr>
              <a:t>INSTAGRAM</a:t>
            </a:r>
            <a:endParaRPr b="1" sz="600">
              <a:solidFill>
                <a:schemeClr val="lt1"/>
              </a:solidFill>
              <a:latin typeface="Inter"/>
              <a:ea typeface="Inter"/>
              <a:cs typeface="Inter"/>
              <a:sym typeface="Inter"/>
            </a:endParaRPr>
          </a:p>
          <a:p>
            <a:pPr indent="0" lvl="0" marL="0" rtl="0" algn="r">
              <a:spcBef>
                <a:spcPts val="0"/>
              </a:spcBef>
              <a:spcAft>
                <a:spcPts val="0"/>
              </a:spcAft>
              <a:buNone/>
            </a:pPr>
            <a:r>
              <a:rPr b="1" lang="en" sz="600">
                <a:solidFill>
                  <a:schemeClr val="lt1"/>
                </a:solidFill>
                <a:latin typeface="Inter"/>
                <a:ea typeface="Inter"/>
                <a:cs typeface="Inter"/>
                <a:sym typeface="Inter"/>
              </a:rPr>
              <a:t>@LEADSAGRI</a:t>
            </a:r>
            <a:endParaRPr b="1" sz="600">
              <a:solidFill>
                <a:schemeClr val="lt1"/>
              </a:solidFill>
              <a:latin typeface="Inter"/>
              <a:ea typeface="Inter"/>
              <a:cs typeface="Inter"/>
              <a:sym typeface="Inter"/>
            </a:endParaRPr>
          </a:p>
        </p:txBody>
      </p:sp>
      <p:sp>
        <p:nvSpPr>
          <p:cNvPr id="454" name="Google Shape;454;p33"/>
          <p:cNvSpPr txBox="1"/>
          <p:nvPr/>
        </p:nvSpPr>
        <p:spPr>
          <a:xfrm>
            <a:off x="273750" y="4149575"/>
            <a:ext cx="8596500" cy="369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600">
                <a:solidFill>
                  <a:schemeClr val="lt1"/>
                </a:solidFill>
                <a:latin typeface="Inter"/>
                <a:ea typeface="Inter"/>
                <a:cs typeface="Inter"/>
                <a:sym typeface="Inter"/>
              </a:rPr>
              <a:t>Confidentiality Notice: </a:t>
            </a:r>
            <a:r>
              <a:rPr lang="en" sz="600">
                <a:solidFill>
                  <a:schemeClr val="lt1"/>
                </a:solidFill>
                <a:latin typeface="Inter"/>
                <a:ea typeface="Inter"/>
                <a:cs typeface="Inter"/>
                <a:sym typeface="Inter"/>
              </a:rPr>
              <a:t>The contents of this presentation are confidential and intended solely for the purpose of the intended recipient. This deck contains proprietary information that must not be shared, distributed, or reproduced without the explicit permission of Leads Agri. Unauthorized disclosure, copying, or use of this information is strictly prohibited. By viewing this deck, you agree to maintain its confidentiality and use it only for its intended purpose.</a:t>
            </a:r>
            <a:endParaRPr sz="900">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